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1"/>
  </p:sldMasterIdLst>
  <p:notesMasterIdLst>
    <p:notesMasterId r:id="rId28"/>
  </p:notesMasterIdLst>
  <p:sldIdLst>
    <p:sldId id="283" r:id="rId2"/>
    <p:sldId id="256" r:id="rId3"/>
    <p:sldId id="258" r:id="rId4"/>
    <p:sldId id="259" r:id="rId5"/>
    <p:sldId id="260" r:id="rId6"/>
    <p:sldId id="261" r:id="rId7"/>
    <p:sldId id="262" r:id="rId8"/>
    <p:sldId id="263" r:id="rId9"/>
    <p:sldId id="265" r:id="rId10"/>
    <p:sldId id="266" r:id="rId11"/>
    <p:sldId id="269" r:id="rId12"/>
    <p:sldId id="282" r:id="rId13"/>
    <p:sldId id="270" r:id="rId14"/>
    <p:sldId id="271" r:id="rId15"/>
    <p:sldId id="272" r:id="rId16"/>
    <p:sldId id="273" r:id="rId17"/>
    <p:sldId id="278" r:id="rId18"/>
    <p:sldId id="274" r:id="rId19"/>
    <p:sldId id="279" r:id="rId20"/>
    <p:sldId id="280" r:id="rId21"/>
    <p:sldId id="284" r:id="rId22"/>
    <p:sldId id="285" r:id="rId23"/>
    <p:sldId id="275" r:id="rId24"/>
    <p:sldId id="276" r:id="rId25"/>
    <p:sldId id="277"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392201-BE18-42E2-8CC7-2D898A12AB82}" v="23" dt="2025-03-16T04:41:40.4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061" autoAdjust="0"/>
  </p:normalViewPr>
  <p:slideViewPr>
    <p:cSldViewPr snapToGrid="0">
      <p:cViewPr varScale="1">
        <p:scale>
          <a:sx n="66" d="100"/>
          <a:sy n="66" d="100"/>
        </p:scale>
        <p:origin x="66"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AFE2BC-FA2C-4EC0-970A-C5782B5B75C7}" type="datetimeFigureOut">
              <a:rPr lang="en-IN" smtClean="0"/>
              <a:t>15-03-2025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341F92-7D1E-42C0-94F8-B4723A1B991C}" type="slidenum">
              <a:rPr lang="en-IN" smtClean="0"/>
              <a:t>‹#›</a:t>
            </a:fld>
            <a:endParaRPr lang="en-IN"/>
          </a:p>
        </p:txBody>
      </p:sp>
    </p:spTree>
    <p:extLst>
      <p:ext uri="{BB962C8B-B14F-4D97-AF65-F5344CB8AC3E}">
        <p14:creationId xmlns:p14="http://schemas.microsoft.com/office/powerpoint/2010/main" val="3892188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3341F92-7D1E-42C0-94F8-B4723A1B991C}" type="slidenum">
              <a:rPr lang="en-IN" smtClean="0"/>
              <a:t>3</a:t>
            </a:fld>
            <a:endParaRPr lang="en-IN"/>
          </a:p>
        </p:txBody>
      </p:sp>
    </p:spTree>
    <p:extLst>
      <p:ext uri="{BB962C8B-B14F-4D97-AF65-F5344CB8AC3E}">
        <p14:creationId xmlns:p14="http://schemas.microsoft.com/office/powerpoint/2010/main" val="17158232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7378B0-F2EC-4EF4-B0C7-620DD21CF0D1}" type="datetimeFigureOut">
              <a:rPr lang="en-IN" smtClean="0"/>
              <a:t>15-03-2025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7A17BB-F8FF-4636-AD5D-69EF81C33C45}" type="slidenum">
              <a:rPr lang="en-IN" smtClean="0"/>
              <a:t>‹#›</a:t>
            </a:fld>
            <a:endParaRPr lang="en-IN"/>
          </a:p>
        </p:txBody>
      </p:sp>
    </p:spTree>
    <p:extLst>
      <p:ext uri="{BB962C8B-B14F-4D97-AF65-F5344CB8AC3E}">
        <p14:creationId xmlns:p14="http://schemas.microsoft.com/office/powerpoint/2010/main" val="232017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7378B0-F2EC-4EF4-B0C7-620DD21CF0D1}" type="datetimeFigureOut">
              <a:rPr lang="en-IN" smtClean="0"/>
              <a:t>15-03-2025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7A17BB-F8FF-4636-AD5D-69EF81C33C45}" type="slidenum">
              <a:rPr lang="en-IN" smtClean="0"/>
              <a:t>‹#›</a:t>
            </a:fld>
            <a:endParaRPr lang="en-IN"/>
          </a:p>
        </p:txBody>
      </p:sp>
    </p:spTree>
    <p:extLst>
      <p:ext uri="{BB962C8B-B14F-4D97-AF65-F5344CB8AC3E}">
        <p14:creationId xmlns:p14="http://schemas.microsoft.com/office/powerpoint/2010/main" val="1061216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57378B0-F2EC-4EF4-B0C7-620DD21CF0D1}" type="datetimeFigureOut">
              <a:rPr lang="en-IN" smtClean="0"/>
              <a:t>15-03-2025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7A17BB-F8FF-4636-AD5D-69EF81C33C45}" type="slidenum">
              <a:rPr lang="en-IN" smtClean="0"/>
              <a:t>‹#›</a:t>
            </a:fld>
            <a:endParaRPr lang="en-IN"/>
          </a:p>
        </p:txBody>
      </p:sp>
    </p:spTree>
    <p:extLst>
      <p:ext uri="{BB962C8B-B14F-4D97-AF65-F5344CB8AC3E}">
        <p14:creationId xmlns:p14="http://schemas.microsoft.com/office/powerpoint/2010/main" val="947121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7378B0-F2EC-4EF4-B0C7-620DD21CF0D1}" type="datetimeFigureOut">
              <a:rPr lang="en-IN" smtClean="0"/>
              <a:t>15-03-2025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7A17BB-F8FF-4636-AD5D-69EF81C33C45}" type="slidenum">
              <a:rPr lang="en-IN" smtClean="0"/>
              <a:t>‹#›</a:t>
            </a:fld>
            <a:endParaRPr lang="en-IN"/>
          </a:p>
        </p:txBody>
      </p:sp>
    </p:spTree>
    <p:extLst>
      <p:ext uri="{BB962C8B-B14F-4D97-AF65-F5344CB8AC3E}">
        <p14:creationId xmlns:p14="http://schemas.microsoft.com/office/powerpoint/2010/main" val="551078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7378B0-F2EC-4EF4-B0C7-620DD21CF0D1}" type="datetimeFigureOut">
              <a:rPr lang="en-IN" smtClean="0"/>
              <a:t>15-03-2025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27A17BB-F8FF-4636-AD5D-69EF81C33C45}" type="slidenum">
              <a:rPr lang="en-IN" smtClean="0"/>
              <a:t>‹#›</a:t>
            </a:fld>
            <a:endParaRPr lang="en-IN"/>
          </a:p>
        </p:txBody>
      </p:sp>
    </p:spTree>
    <p:extLst>
      <p:ext uri="{BB962C8B-B14F-4D97-AF65-F5344CB8AC3E}">
        <p14:creationId xmlns:p14="http://schemas.microsoft.com/office/powerpoint/2010/main" val="1370654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7378B0-F2EC-4EF4-B0C7-620DD21CF0D1}" type="datetimeFigureOut">
              <a:rPr lang="en-IN" smtClean="0"/>
              <a:t>15-03-2025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27A17BB-F8FF-4636-AD5D-69EF81C33C45}" type="slidenum">
              <a:rPr lang="en-IN" smtClean="0"/>
              <a:t>‹#›</a:t>
            </a:fld>
            <a:endParaRPr lang="en-IN"/>
          </a:p>
        </p:txBody>
      </p:sp>
    </p:spTree>
    <p:extLst>
      <p:ext uri="{BB962C8B-B14F-4D97-AF65-F5344CB8AC3E}">
        <p14:creationId xmlns:p14="http://schemas.microsoft.com/office/powerpoint/2010/main" val="248212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7378B0-F2EC-4EF4-B0C7-620DD21CF0D1}" type="datetimeFigureOut">
              <a:rPr lang="en-IN" smtClean="0"/>
              <a:t>15-03-2025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27A17BB-F8FF-4636-AD5D-69EF81C33C45}" type="slidenum">
              <a:rPr lang="en-IN" smtClean="0"/>
              <a:t>‹#›</a:t>
            </a:fld>
            <a:endParaRPr lang="en-IN"/>
          </a:p>
        </p:txBody>
      </p:sp>
    </p:spTree>
    <p:extLst>
      <p:ext uri="{BB962C8B-B14F-4D97-AF65-F5344CB8AC3E}">
        <p14:creationId xmlns:p14="http://schemas.microsoft.com/office/powerpoint/2010/main" val="1760990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57378B0-F2EC-4EF4-B0C7-620DD21CF0D1}" type="datetimeFigureOut">
              <a:rPr lang="en-IN" smtClean="0"/>
              <a:t>15-03-2025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7A17BB-F8FF-4636-AD5D-69EF81C33C45}" type="slidenum">
              <a:rPr lang="en-IN" smtClean="0"/>
              <a:t>‹#›</a:t>
            </a:fld>
            <a:endParaRPr lang="en-IN"/>
          </a:p>
        </p:txBody>
      </p:sp>
    </p:spTree>
    <p:extLst>
      <p:ext uri="{BB962C8B-B14F-4D97-AF65-F5344CB8AC3E}">
        <p14:creationId xmlns:p14="http://schemas.microsoft.com/office/powerpoint/2010/main" val="3650043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7378B0-F2EC-4EF4-B0C7-620DD21CF0D1}" type="datetimeFigureOut">
              <a:rPr lang="en-IN" smtClean="0"/>
              <a:t>15-03-2025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7A17BB-F8FF-4636-AD5D-69EF81C33C45}" type="slidenum">
              <a:rPr lang="en-IN" smtClean="0"/>
              <a:t>‹#›</a:t>
            </a:fld>
            <a:endParaRPr lang="en-IN"/>
          </a:p>
        </p:txBody>
      </p:sp>
    </p:spTree>
    <p:extLst>
      <p:ext uri="{BB962C8B-B14F-4D97-AF65-F5344CB8AC3E}">
        <p14:creationId xmlns:p14="http://schemas.microsoft.com/office/powerpoint/2010/main" val="1806851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57378B0-F2EC-4EF4-B0C7-620DD21CF0D1}" type="datetimeFigureOut">
              <a:rPr lang="en-IN" smtClean="0"/>
              <a:t>15-03-2025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7A17BB-F8FF-4636-AD5D-69EF81C33C45}" type="slidenum">
              <a:rPr lang="en-IN" smtClean="0"/>
              <a:t>‹#›</a:t>
            </a:fld>
            <a:endParaRPr lang="en-IN"/>
          </a:p>
        </p:txBody>
      </p:sp>
    </p:spTree>
    <p:extLst>
      <p:ext uri="{BB962C8B-B14F-4D97-AF65-F5344CB8AC3E}">
        <p14:creationId xmlns:p14="http://schemas.microsoft.com/office/powerpoint/2010/main" val="1819026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57378B0-F2EC-4EF4-B0C7-620DD21CF0D1}" type="datetimeFigureOut">
              <a:rPr lang="en-IN" smtClean="0"/>
              <a:t>15-03-2025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7A17BB-F8FF-4636-AD5D-69EF81C33C45}"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6795557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57378B0-F2EC-4EF4-B0C7-620DD21CF0D1}" type="datetimeFigureOut">
              <a:rPr lang="en-IN" smtClean="0"/>
              <a:t>15-03-2025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7A17BB-F8FF-4636-AD5D-69EF81C33C45}" type="slidenum">
              <a:rPr lang="en-IN" smtClean="0"/>
              <a:t>‹#›</a:t>
            </a:fld>
            <a:endParaRPr lang="en-IN"/>
          </a:p>
        </p:txBody>
      </p:sp>
    </p:spTree>
    <p:extLst>
      <p:ext uri="{BB962C8B-B14F-4D97-AF65-F5344CB8AC3E}">
        <p14:creationId xmlns:p14="http://schemas.microsoft.com/office/powerpoint/2010/main" val="20972372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57378B0-F2EC-4EF4-B0C7-620DD21CF0D1}" type="datetimeFigureOut">
              <a:rPr lang="en-IN" smtClean="0"/>
              <a:t>15-03-2025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7A17BB-F8FF-4636-AD5D-69EF81C33C45}"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504453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57378B0-F2EC-4EF4-B0C7-620DD21CF0D1}" type="datetimeFigureOut">
              <a:rPr lang="en-IN" smtClean="0"/>
              <a:t>15-03-2025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7A17BB-F8FF-4636-AD5D-69EF81C33C45}" type="slidenum">
              <a:rPr lang="en-IN" smtClean="0"/>
              <a:t>‹#›</a:t>
            </a:fld>
            <a:endParaRPr lang="en-IN"/>
          </a:p>
        </p:txBody>
      </p:sp>
    </p:spTree>
    <p:extLst>
      <p:ext uri="{BB962C8B-B14F-4D97-AF65-F5344CB8AC3E}">
        <p14:creationId xmlns:p14="http://schemas.microsoft.com/office/powerpoint/2010/main" val="39654566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7378B0-F2EC-4EF4-B0C7-620DD21CF0D1}" type="datetimeFigureOut">
              <a:rPr lang="en-IN" smtClean="0"/>
              <a:t>15-03-2025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7A17BB-F8FF-4636-AD5D-69EF81C33C45}" type="slidenum">
              <a:rPr lang="en-IN" smtClean="0"/>
              <a:t>‹#›</a:t>
            </a:fld>
            <a:endParaRPr lang="en-IN"/>
          </a:p>
        </p:txBody>
      </p:sp>
    </p:spTree>
    <p:extLst>
      <p:ext uri="{BB962C8B-B14F-4D97-AF65-F5344CB8AC3E}">
        <p14:creationId xmlns:p14="http://schemas.microsoft.com/office/powerpoint/2010/main" val="10995073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7378B0-F2EC-4EF4-B0C7-620DD21CF0D1}" type="datetimeFigureOut">
              <a:rPr lang="en-IN" smtClean="0"/>
              <a:t>15-03-2025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7A17BB-F8FF-4636-AD5D-69EF81C33C45}" type="slidenum">
              <a:rPr lang="en-IN" smtClean="0"/>
              <a:t>‹#›</a:t>
            </a:fld>
            <a:endParaRPr lang="en-IN"/>
          </a:p>
        </p:txBody>
      </p:sp>
    </p:spTree>
    <p:extLst>
      <p:ext uri="{BB962C8B-B14F-4D97-AF65-F5344CB8AC3E}">
        <p14:creationId xmlns:p14="http://schemas.microsoft.com/office/powerpoint/2010/main" val="138356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57378B0-F2EC-4EF4-B0C7-620DD21CF0D1}" type="datetimeFigureOut">
              <a:rPr lang="en-IN" smtClean="0"/>
              <a:t>15-03-2025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27A17BB-F8FF-4636-AD5D-69EF81C33C45}" type="slidenum">
              <a:rPr lang="en-IN" smtClean="0"/>
              <a:t>‹#›</a:t>
            </a:fld>
            <a:endParaRPr lang="en-IN"/>
          </a:p>
        </p:txBody>
      </p:sp>
    </p:spTree>
    <p:extLst>
      <p:ext uri="{BB962C8B-B14F-4D97-AF65-F5344CB8AC3E}">
        <p14:creationId xmlns:p14="http://schemas.microsoft.com/office/powerpoint/2010/main" val="14379691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hyperlink" Target="http://www.wikipedia.org/" TargetMode="External"/><Relationship Id="rId3" Type="http://schemas.openxmlformats.org/officeDocument/2006/relationships/hyperlink" Target="http://www.geeksforgeeks.org/" TargetMode="External"/><Relationship Id="rId7" Type="http://schemas.openxmlformats.org/officeDocument/2006/relationships/hyperlink" Target="http://www.js-fiddle.net/" TargetMode="External"/><Relationship Id="rId2" Type="http://schemas.openxmlformats.org/officeDocument/2006/relationships/hyperlink" Target="http://www.w3schools.com/" TargetMode="External"/><Relationship Id="rId1" Type="http://schemas.openxmlformats.org/officeDocument/2006/relationships/slideLayout" Target="../slideLayouts/slideLayout2.xml"/><Relationship Id="rId6" Type="http://schemas.openxmlformats.org/officeDocument/2006/relationships/hyperlink" Target="https://www.html-css-js.com/" TargetMode="External"/><Relationship Id="rId5" Type="http://schemas.openxmlformats.org/officeDocument/2006/relationships/hyperlink" Target="https://www.youtube.com/" TargetMode="External"/><Relationship Id="rId4" Type="http://schemas.openxmlformats.org/officeDocument/2006/relationships/hyperlink" Target="http://www.tutorialspoint.com/" TargetMode="External"/><Relationship Id="rId9" Type="http://schemas.openxmlformats.org/officeDocument/2006/relationships/hyperlink" Target="http://www.youtube.com/webdevelopment"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9BE91-759C-817D-85B7-9BBC174BBB73}"/>
              </a:ext>
            </a:extLst>
          </p:cNvPr>
          <p:cNvSpPr>
            <a:spLocks noGrp="1"/>
          </p:cNvSpPr>
          <p:nvPr>
            <p:ph type="title"/>
          </p:nvPr>
        </p:nvSpPr>
        <p:spPr>
          <a:xfrm>
            <a:off x="1797666" y="166914"/>
            <a:ext cx="8596668" cy="885371"/>
          </a:xfrm>
        </p:spPr>
        <p:txBody>
          <a:bodyPr>
            <a:normAutofit/>
          </a:bodyPr>
          <a:lstStyle/>
          <a:p>
            <a:pPr algn="ctr"/>
            <a:r>
              <a:rPr lang="en-US" sz="4800" b="1" dirty="0">
                <a:solidFill>
                  <a:schemeClr val="accent2">
                    <a:lumMod val="75000"/>
                  </a:schemeClr>
                </a:solidFill>
                <a:latin typeface="Times New Roman" panose="02020603050405020304" pitchFamily="18" charset="0"/>
                <a:cs typeface="Times New Roman" panose="02020603050405020304" pitchFamily="18" charset="0"/>
              </a:rPr>
              <a:t>PROJECT TITTLE</a:t>
            </a:r>
            <a:endParaRPr lang="en-IN" sz="48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92FF875-3271-921A-70D1-B4E2E71B9710}"/>
              </a:ext>
            </a:extLst>
          </p:cNvPr>
          <p:cNvSpPr>
            <a:spLocks noGrp="1"/>
          </p:cNvSpPr>
          <p:nvPr>
            <p:ph idx="1"/>
          </p:nvPr>
        </p:nvSpPr>
        <p:spPr>
          <a:xfrm>
            <a:off x="1797666" y="1487714"/>
            <a:ext cx="8596668" cy="4760686"/>
          </a:xfrm>
        </p:spPr>
        <p:txBody>
          <a:bodyPr>
            <a:normAutofit lnSpcReduction="10000"/>
          </a:bodyPr>
          <a:lstStyle/>
          <a:p>
            <a:pPr marL="0" indent="0" algn="ctr">
              <a:buNone/>
            </a:pPr>
            <a:r>
              <a:rPr lang="en-US" sz="2400" b="1" dirty="0">
                <a:solidFill>
                  <a:schemeClr val="accent2">
                    <a:lumMod val="75000"/>
                  </a:schemeClr>
                </a:solidFill>
                <a:latin typeface="Times New Roman" panose="02020603050405020304" pitchFamily="18" charset="0"/>
                <a:cs typeface="Times New Roman" panose="02020603050405020304" pitchFamily="18" charset="0"/>
              </a:rPr>
              <a:t>“BOOK RESALE”</a:t>
            </a:r>
          </a:p>
          <a:p>
            <a:pPr marL="0" indent="0" algn="ctr">
              <a:buNone/>
            </a:pPr>
            <a:endParaRPr lang="en-US" sz="2400" b="1" dirty="0">
              <a:solidFill>
                <a:schemeClr val="accent2">
                  <a:lumMod val="75000"/>
                </a:schemeClr>
              </a:solidFill>
              <a:latin typeface="Times New Roman" panose="02020603050405020304" pitchFamily="18" charset="0"/>
              <a:cs typeface="Times New Roman" panose="02020603050405020304" pitchFamily="18" charset="0"/>
            </a:endParaRPr>
          </a:p>
          <a:p>
            <a:pPr marL="0" indent="0" algn="ctr">
              <a:buNone/>
            </a:pPr>
            <a:r>
              <a:rPr lang="en-US" sz="2400" b="1" dirty="0">
                <a:solidFill>
                  <a:srgbClr val="FF0000"/>
                </a:solidFill>
                <a:latin typeface="Times New Roman" panose="02020603050405020304" pitchFamily="18" charset="0"/>
                <a:cs typeface="Times New Roman" panose="02020603050405020304" pitchFamily="18" charset="0"/>
              </a:rPr>
              <a:t>SUBMITTED BY</a:t>
            </a:r>
          </a:p>
          <a:p>
            <a:pPr algn="ctr">
              <a:spcBef>
                <a:spcPts val="1215"/>
              </a:spcBef>
              <a:buNone/>
            </a:pPr>
            <a:r>
              <a:rPr lang="en-US" sz="2400" b="1" dirty="0">
                <a:effectLst/>
                <a:latin typeface="Times New Roman" panose="02020603050405020304" pitchFamily="18" charset="0"/>
                <a:ea typeface="Times New Roman" panose="02020603050405020304" pitchFamily="18" charset="0"/>
              </a:rPr>
              <a:t>Mr. Vishal Kailash Aher (Roll No: 2) </a:t>
            </a:r>
          </a:p>
          <a:p>
            <a:pPr algn="ctr">
              <a:spcBef>
                <a:spcPts val="1215"/>
              </a:spcBef>
              <a:buNone/>
            </a:pPr>
            <a:r>
              <a:rPr lang="en-US" sz="2400" b="1" dirty="0">
                <a:effectLst/>
                <a:latin typeface="Times New Roman" panose="02020603050405020304" pitchFamily="18" charset="0"/>
                <a:ea typeface="Times New Roman" panose="02020603050405020304" pitchFamily="18" charset="0"/>
              </a:rPr>
              <a:t>Mr. Karan Prakash Bohare  (Roll No: 15)</a:t>
            </a:r>
            <a:endParaRPr lang="en-IN" sz="2400" dirty="0">
              <a:effectLst/>
              <a:latin typeface="Times New Roman" panose="02020603050405020304" pitchFamily="18" charset="0"/>
              <a:ea typeface="Times New Roman" panose="02020603050405020304" pitchFamily="18" charset="0"/>
            </a:endParaRPr>
          </a:p>
          <a:p>
            <a:pPr algn="ctr">
              <a:spcBef>
                <a:spcPts val="1215"/>
              </a:spcBef>
              <a:buNone/>
            </a:pPr>
            <a:r>
              <a:rPr lang="en-US" sz="2400" b="1" dirty="0">
                <a:effectLst/>
                <a:latin typeface="Times New Roman" panose="02020603050405020304" pitchFamily="18" charset="0"/>
                <a:ea typeface="Times New Roman" panose="02020603050405020304" pitchFamily="18" charset="0"/>
              </a:rPr>
              <a:t>Mr. Sachin Manbahal Chaudhari (Roll No:16)</a:t>
            </a:r>
            <a:endParaRPr lang="en-IN" sz="2400" dirty="0">
              <a:effectLst/>
              <a:latin typeface="Times New Roman" panose="02020603050405020304" pitchFamily="18" charset="0"/>
              <a:ea typeface="Times New Roman" panose="02020603050405020304" pitchFamily="18" charset="0"/>
            </a:endParaRPr>
          </a:p>
          <a:p>
            <a:pPr marL="0" indent="0" algn="ctr">
              <a:spcBef>
                <a:spcPts val="1215"/>
              </a:spcBef>
              <a:buNone/>
            </a:pPr>
            <a:r>
              <a:rPr lang="en-US" sz="2400" b="1" dirty="0">
                <a:effectLst/>
                <a:latin typeface="Times New Roman" panose="02020603050405020304" pitchFamily="18" charset="0"/>
                <a:ea typeface="Times New Roman" panose="02020603050405020304" pitchFamily="18" charset="0"/>
              </a:rPr>
              <a:t>Mr. Prashant Ganesh Deshmukh (RollNo:28)</a:t>
            </a:r>
          </a:p>
          <a:p>
            <a:pPr marL="0" indent="0" algn="ctr">
              <a:buNone/>
            </a:pPr>
            <a:endParaRPr lang="en-US" sz="2400" b="1" dirty="0">
              <a:solidFill>
                <a:schemeClr val="accent2">
                  <a:lumMod val="75000"/>
                </a:schemeClr>
              </a:solidFill>
              <a:latin typeface="Times New Roman" panose="02020603050405020304" pitchFamily="18" charset="0"/>
              <a:cs typeface="Times New Roman" panose="02020603050405020304" pitchFamily="18" charset="0"/>
            </a:endParaRPr>
          </a:p>
          <a:p>
            <a:pPr marL="0" indent="0" algn="ctr">
              <a:buNone/>
            </a:pPr>
            <a:r>
              <a:rPr lang="en-US" sz="2400" b="1" dirty="0">
                <a:solidFill>
                  <a:srgbClr val="FF0000"/>
                </a:solidFill>
                <a:latin typeface="Times New Roman" panose="02020603050405020304" pitchFamily="18" charset="0"/>
                <a:cs typeface="Times New Roman" panose="02020603050405020304" pitchFamily="18" charset="0"/>
              </a:rPr>
              <a:t>GUIDED BY  </a:t>
            </a:r>
          </a:p>
          <a:p>
            <a:pPr marL="0" indent="0" algn="ctr">
              <a:buNone/>
            </a:pPr>
            <a:r>
              <a:rPr lang="en-US" sz="2400" b="1" dirty="0">
                <a:effectLst/>
                <a:latin typeface="Times New Roman" panose="02020603050405020304" pitchFamily="18" charset="0"/>
                <a:ea typeface="Times New Roman" panose="02020603050405020304" pitchFamily="18" charset="0"/>
              </a:rPr>
              <a:t>“Ms. Minal S. Darekar”</a:t>
            </a:r>
            <a:endParaRPr lang="en-IN" sz="2400" b="1" dirty="0">
              <a:latin typeface="Times New Roman" panose="02020603050405020304" pitchFamily="18" charset="0"/>
              <a:ea typeface="Times New Roman" panose="02020603050405020304" pitchFamily="18" charset="0"/>
            </a:endParaRPr>
          </a:p>
          <a:p>
            <a:pPr marL="0" indent="0" algn="ctr">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3600" dirty="0">
              <a:latin typeface="Times New Roman" panose="02020603050405020304" pitchFamily="18" charset="0"/>
              <a:cs typeface="Times New Roman" panose="02020603050405020304" pitchFamily="18" charset="0"/>
            </a:endParaRPr>
          </a:p>
          <a:p>
            <a:pPr marL="0" indent="0">
              <a:buNone/>
            </a:pPr>
            <a:endParaRPr lang="en-US" sz="4000" dirty="0">
              <a:latin typeface="Times New Roman" panose="02020603050405020304" pitchFamily="18" charset="0"/>
              <a:cs typeface="Times New Roman" panose="02020603050405020304" pitchFamily="18" charset="0"/>
            </a:endParaRPr>
          </a:p>
          <a:p>
            <a:pPr marL="0" indent="0">
              <a:buNone/>
            </a:pP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3224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AE52B1FC-A853-8503-7BCC-1DB9B61D89D5}"/>
              </a:ext>
            </a:extLst>
          </p:cNvPr>
          <p:cNvSpPr txBox="1"/>
          <p:nvPr/>
        </p:nvSpPr>
        <p:spPr>
          <a:xfrm>
            <a:off x="3034387" y="119983"/>
            <a:ext cx="6123215" cy="338554"/>
          </a:xfrm>
          <a:prstGeom prst="rect">
            <a:avLst/>
          </a:prstGeom>
          <a:noFill/>
        </p:spPr>
        <p:txBody>
          <a:bodyPr wrap="square" rtlCol="0">
            <a:spAutoFit/>
          </a:bodyPr>
          <a:lstStyle/>
          <a:p>
            <a:r>
              <a:rPr lang="en-US" sz="1600" b="1" dirty="0">
                <a:solidFill>
                  <a:srgbClr val="BA540E"/>
                </a:solidFill>
                <a:effectLst/>
                <a:latin typeface="Times New Roman" panose="02020603050405020304" pitchFamily="18" charset="0"/>
                <a:ea typeface="Times New Roman" panose="02020603050405020304" pitchFamily="18" charset="0"/>
              </a:rPr>
              <a:t>DEPARTMENT</a:t>
            </a:r>
            <a:r>
              <a:rPr lang="en-US" sz="1600" b="1" spc="-35" dirty="0">
                <a:solidFill>
                  <a:srgbClr val="BA540E"/>
                </a:solidFill>
                <a:effectLst/>
                <a:latin typeface="Times New Roman" panose="02020603050405020304" pitchFamily="18" charset="0"/>
                <a:ea typeface="Times New Roman" panose="02020603050405020304" pitchFamily="18" charset="0"/>
              </a:rPr>
              <a:t> </a:t>
            </a:r>
            <a:r>
              <a:rPr lang="en-US" sz="1600" b="1" dirty="0">
                <a:solidFill>
                  <a:srgbClr val="BA540E"/>
                </a:solidFill>
                <a:effectLst/>
                <a:latin typeface="Times New Roman" panose="02020603050405020304" pitchFamily="18" charset="0"/>
                <a:ea typeface="Times New Roman" panose="02020603050405020304" pitchFamily="18" charset="0"/>
              </a:rPr>
              <a:t>OF</a:t>
            </a:r>
            <a:r>
              <a:rPr lang="en-US" sz="1600" b="1" spc="-55" dirty="0">
                <a:solidFill>
                  <a:srgbClr val="BA540E"/>
                </a:solidFill>
                <a:effectLst/>
                <a:latin typeface="Times New Roman" panose="02020603050405020304" pitchFamily="18" charset="0"/>
                <a:ea typeface="Times New Roman" panose="02020603050405020304" pitchFamily="18" charset="0"/>
              </a:rPr>
              <a:t> </a:t>
            </a:r>
            <a:r>
              <a:rPr lang="en-US" sz="1600" b="1" dirty="0">
                <a:solidFill>
                  <a:srgbClr val="BA540E"/>
                </a:solidFill>
                <a:effectLst/>
                <a:latin typeface="Times New Roman" panose="02020603050405020304" pitchFamily="18" charset="0"/>
                <a:ea typeface="Times New Roman" panose="02020603050405020304" pitchFamily="18" charset="0"/>
              </a:rPr>
              <a:t>COMPUTER</a:t>
            </a:r>
            <a:r>
              <a:rPr lang="en-US" sz="1600" b="1" spc="-35" dirty="0">
                <a:solidFill>
                  <a:srgbClr val="BA540E"/>
                </a:solidFill>
                <a:effectLst/>
                <a:latin typeface="Times New Roman" panose="02020603050405020304" pitchFamily="18" charset="0"/>
                <a:ea typeface="Times New Roman" panose="02020603050405020304" pitchFamily="18" charset="0"/>
              </a:rPr>
              <a:t> </a:t>
            </a:r>
            <a:r>
              <a:rPr lang="en-US" sz="1600" b="1" dirty="0">
                <a:solidFill>
                  <a:srgbClr val="BA540E"/>
                </a:solidFill>
                <a:effectLst/>
                <a:latin typeface="Times New Roman" panose="02020603050405020304" pitchFamily="18" charset="0"/>
                <a:ea typeface="Times New Roman" panose="02020603050405020304" pitchFamily="18" charset="0"/>
              </a:rPr>
              <a:t>SCIENCE,</a:t>
            </a:r>
            <a:r>
              <a:rPr lang="en-US" sz="1600" b="1" spc="-50" dirty="0">
                <a:solidFill>
                  <a:srgbClr val="BA540E"/>
                </a:solidFill>
                <a:effectLst/>
                <a:latin typeface="Times New Roman" panose="02020603050405020304" pitchFamily="18" charset="0"/>
                <a:ea typeface="Times New Roman" panose="02020603050405020304" pitchFamily="18" charset="0"/>
              </a:rPr>
              <a:t> </a:t>
            </a:r>
            <a:r>
              <a:rPr lang="en-US" sz="1600" b="1" dirty="0">
                <a:solidFill>
                  <a:srgbClr val="BA540E"/>
                </a:solidFill>
                <a:effectLst/>
                <a:latin typeface="Times New Roman" panose="02020603050405020304" pitchFamily="18" charset="0"/>
                <a:ea typeface="Times New Roman" panose="02020603050405020304" pitchFamily="18" charset="0"/>
              </a:rPr>
              <a:t>IT</a:t>
            </a:r>
            <a:r>
              <a:rPr lang="en-US" sz="1600" b="1" spc="-40" dirty="0">
                <a:solidFill>
                  <a:srgbClr val="BA540E"/>
                </a:solidFill>
                <a:effectLst/>
                <a:latin typeface="Times New Roman" panose="02020603050405020304" pitchFamily="18" charset="0"/>
                <a:ea typeface="Times New Roman" panose="02020603050405020304" pitchFamily="18" charset="0"/>
              </a:rPr>
              <a:t> </a:t>
            </a:r>
            <a:r>
              <a:rPr lang="en-US" sz="1600" b="1" dirty="0">
                <a:solidFill>
                  <a:srgbClr val="BA540E"/>
                </a:solidFill>
                <a:effectLst/>
                <a:latin typeface="Times New Roman" panose="02020603050405020304" pitchFamily="18" charset="0"/>
                <a:ea typeface="Times New Roman" panose="02020603050405020304" pitchFamily="18" charset="0"/>
              </a:rPr>
              <a:t>AND</a:t>
            </a:r>
            <a:r>
              <a:rPr lang="en-US" sz="1600" b="1" spc="-35" dirty="0">
                <a:solidFill>
                  <a:srgbClr val="BA540E"/>
                </a:solidFill>
                <a:effectLst/>
                <a:latin typeface="Times New Roman" panose="02020603050405020304" pitchFamily="18" charset="0"/>
                <a:ea typeface="Times New Roman" panose="02020603050405020304" pitchFamily="18" charset="0"/>
              </a:rPr>
              <a:t> </a:t>
            </a:r>
            <a:r>
              <a:rPr lang="en-US" sz="1600" b="1" spc="-10" dirty="0">
                <a:solidFill>
                  <a:srgbClr val="BA540E"/>
                </a:solidFill>
                <a:effectLst/>
                <a:latin typeface="Times New Roman" panose="02020603050405020304" pitchFamily="18" charset="0"/>
                <a:ea typeface="Times New Roman" panose="02020603050405020304" pitchFamily="18" charset="0"/>
              </a:rPr>
              <a:t>ANIMATION</a:t>
            </a:r>
            <a:endParaRPr lang="en-IN" sz="1600" dirty="0">
              <a:effectLst/>
              <a:latin typeface="Times New Roman" panose="02020603050405020304" pitchFamily="18" charset="0"/>
              <a:ea typeface="Times New Roman" panose="02020603050405020304" pitchFamily="18" charset="0"/>
            </a:endParaRPr>
          </a:p>
        </p:txBody>
      </p:sp>
      <p:sp>
        <p:nvSpPr>
          <p:cNvPr id="13" name="TextBox 12">
            <a:extLst>
              <a:ext uri="{FF2B5EF4-FFF2-40B4-BE49-F238E27FC236}">
                <a16:creationId xmlns:a16="http://schemas.microsoft.com/office/drawing/2014/main" id="{89062589-1485-05E7-0F72-4E5AC430699D}"/>
              </a:ext>
            </a:extLst>
          </p:cNvPr>
          <p:cNvSpPr txBox="1"/>
          <p:nvPr/>
        </p:nvSpPr>
        <p:spPr>
          <a:xfrm>
            <a:off x="1509124" y="1964515"/>
            <a:ext cx="9173743" cy="4616648"/>
          </a:xfrm>
          <a:prstGeom prst="rect">
            <a:avLst/>
          </a:prstGeom>
          <a:noFill/>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Project Report on </a:t>
            </a:r>
          </a:p>
          <a:p>
            <a:pPr algn="ctr"/>
            <a:r>
              <a:rPr lang="en-US" sz="1600" b="1" dirty="0">
                <a:latin typeface="Times New Roman" panose="02020603050405020304" pitchFamily="18" charset="0"/>
                <a:cs typeface="Times New Roman" panose="02020603050405020304" pitchFamily="18" charset="0"/>
              </a:rPr>
              <a:t>“Book Resale”</a:t>
            </a:r>
            <a:endParaRPr lang="en-US" sz="1600" b="1" dirty="0">
              <a:solidFill>
                <a:srgbClr val="FF0000"/>
              </a:solidFill>
              <a:effectLst/>
              <a:latin typeface="Times New Roman" panose="02020603050405020304" pitchFamily="18" charset="0"/>
              <a:ea typeface="Times New Roman" panose="02020603050405020304" pitchFamily="18" charset="0"/>
            </a:endParaRPr>
          </a:p>
          <a:p>
            <a:pPr algn="ctr">
              <a:spcBef>
                <a:spcPts val="1215"/>
              </a:spcBef>
            </a:pPr>
            <a:r>
              <a:rPr lang="en-US" b="1" dirty="0">
                <a:solidFill>
                  <a:srgbClr val="00B0F0"/>
                </a:solidFill>
                <a:effectLst/>
                <a:latin typeface="Times New Roman" panose="02020603050405020304" pitchFamily="18" charset="0"/>
                <a:ea typeface="Times New Roman" panose="02020603050405020304" pitchFamily="18" charset="0"/>
              </a:rPr>
              <a:t>Submitted </a:t>
            </a:r>
            <a:r>
              <a:rPr lang="en-US" b="1" spc="-25" dirty="0">
                <a:solidFill>
                  <a:srgbClr val="00B0F0"/>
                </a:solidFill>
                <a:effectLst/>
                <a:latin typeface="Times New Roman" panose="02020603050405020304" pitchFamily="18" charset="0"/>
                <a:ea typeface="Times New Roman" panose="02020603050405020304" pitchFamily="18" charset="0"/>
              </a:rPr>
              <a:t>by</a:t>
            </a:r>
            <a:endParaRPr lang="en-US" b="1" dirty="0">
              <a:solidFill>
                <a:srgbClr val="00B0F0"/>
              </a:solidFill>
              <a:effectLst/>
              <a:latin typeface="Times New Roman" panose="02020603050405020304" pitchFamily="18" charset="0"/>
              <a:ea typeface="Times New Roman" panose="02020603050405020304" pitchFamily="18" charset="0"/>
            </a:endParaRPr>
          </a:p>
          <a:p>
            <a:pPr algn="ctr">
              <a:spcBef>
                <a:spcPts val="1215"/>
              </a:spcBef>
              <a:buNone/>
            </a:pPr>
            <a:r>
              <a:rPr lang="en-US" sz="1600" b="1" dirty="0">
                <a:effectLst/>
                <a:latin typeface="Times New Roman" panose="02020603050405020304" pitchFamily="18" charset="0"/>
                <a:ea typeface="Times New Roman" panose="02020603050405020304" pitchFamily="18" charset="0"/>
              </a:rPr>
              <a:t>Mr. Vishal Kailash Aher (Roll No: 2)</a:t>
            </a:r>
            <a:endParaRPr lang="en-IN" sz="1600" dirty="0">
              <a:effectLst/>
              <a:latin typeface="Times New Roman" panose="02020603050405020304" pitchFamily="18" charset="0"/>
              <a:ea typeface="Times New Roman" panose="02020603050405020304" pitchFamily="18" charset="0"/>
            </a:endParaRPr>
          </a:p>
          <a:p>
            <a:pPr algn="ctr">
              <a:spcBef>
                <a:spcPts val="1215"/>
              </a:spcBef>
              <a:buNone/>
            </a:pPr>
            <a:r>
              <a:rPr lang="en-US" sz="1600" b="1" dirty="0">
                <a:effectLst/>
                <a:latin typeface="Times New Roman" panose="02020603050405020304" pitchFamily="18" charset="0"/>
                <a:ea typeface="Times New Roman" panose="02020603050405020304" pitchFamily="18" charset="0"/>
              </a:rPr>
              <a:t>Mr. Karan Prakash Bohare  (Roll No: 15)</a:t>
            </a:r>
            <a:endParaRPr lang="en-IN" sz="1600" dirty="0">
              <a:effectLst/>
              <a:latin typeface="Times New Roman" panose="02020603050405020304" pitchFamily="18" charset="0"/>
              <a:ea typeface="Times New Roman" panose="02020603050405020304" pitchFamily="18" charset="0"/>
            </a:endParaRPr>
          </a:p>
          <a:p>
            <a:pPr algn="ctr">
              <a:spcBef>
                <a:spcPts val="1215"/>
              </a:spcBef>
              <a:buNone/>
            </a:pPr>
            <a:r>
              <a:rPr lang="en-US" sz="1600" b="1" dirty="0">
                <a:effectLst/>
                <a:latin typeface="Times New Roman" panose="02020603050405020304" pitchFamily="18" charset="0"/>
                <a:ea typeface="Times New Roman" panose="02020603050405020304" pitchFamily="18" charset="0"/>
              </a:rPr>
              <a:t>Mr. Sachin Manbahal Chaudhari (Roll No:16)</a:t>
            </a:r>
            <a:endParaRPr lang="en-IN" sz="1600" dirty="0">
              <a:effectLst/>
              <a:latin typeface="Times New Roman" panose="02020603050405020304" pitchFamily="18" charset="0"/>
              <a:ea typeface="Times New Roman" panose="02020603050405020304" pitchFamily="18" charset="0"/>
            </a:endParaRPr>
          </a:p>
          <a:p>
            <a:pPr algn="ctr">
              <a:spcBef>
                <a:spcPts val="1215"/>
              </a:spcBef>
            </a:pPr>
            <a:r>
              <a:rPr lang="en-US" sz="1600" b="1" dirty="0">
                <a:effectLst/>
                <a:latin typeface="Times New Roman" panose="02020603050405020304" pitchFamily="18" charset="0"/>
                <a:ea typeface="Times New Roman" panose="02020603050405020304" pitchFamily="18" charset="0"/>
              </a:rPr>
              <a:t>Mr. Prashant Ganesh Deshmukh (RollNo:28)</a:t>
            </a:r>
          </a:p>
          <a:p>
            <a:pPr algn="ctr">
              <a:spcBef>
                <a:spcPts val="1215"/>
              </a:spcBef>
            </a:pPr>
            <a:endParaRPr lang="en-IN" sz="1200" dirty="0">
              <a:effectLst/>
              <a:latin typeface="Times New Roman" panose="02020603050405020304" pitchFamily="18" charset="0"/>
              <a:ea typeface="Times New Roman" panose="02020603050405020304" pitchFamily="18" charset="0"/>
            </a:endParaRPr>
          </a:p>
          <a:p>
            <a:pPr marL="2204720" marR="2258695" indent="-218440" algn="ctr">
              <a:lnSpc>
                <a:spcPct val="150000"/>
              </a:lnSpc>
            </a:pPr>
            <a:r>
              <a:rPr lang="en-US" sz="1600" b="1" dirty="0">
                <a:effectLst/>
                <a:latin typeface="Times New Roman" panose="02020603050405020304" pitchFamily="18" charset="0"/>
                <a:ea typeface="Times New Roman" panose="02020603050405020304" pitchFamily="18" charset="0"/>
              </a:rPr>
              <a:t>     BCA</a:t>
            </a:r>
            <a:r>
              <a:rPr lang="en-US" sz="1600" b="1" spc="-20" dirty="0">
                <a:effectLst/>
                <a:latin typeface="Times New Roman" panose="02020603050405020304" pitchFamily="18" charset="0"/>
                <a:ea typeface="Times New Roman" panose="02020603050405020304" pitchFamily="18" charset="0"/>
              </a:rPr>
              <a:t> </a:t>
            </a:r>
            <a:r>
              <a:rPr lang="en-US" sz="1600" b="1" dirty="0">
                <a:effectLst/>
                <a:latin typeface="Times New Roman" panose="02020603050405020304" pitchFamily="18" charset="0"/>
                <a:ea typeface="Times New Roman" panose="02020603050405020304" pitchFamily="18" charset="0"/>
              </a:rPr>
              <a:t>(Sci.)</a:t>
            </a:r>
            <a:r>
              <a:rPr lang="en-US" sz="1600" b="1" spc="-30" dirty="0">
                <a:effectLst/>
                <a:latin typeface="Times New Roman" panose="02020603050405020304" pitchFamily="18" charset="0"/>
                <a:ea typeface="Times New Roman" panose="02020603050405020304" pitchFamily="18" charset="0"/>
              </a:rPr>
              <a:t> </a:t>
            </a:r>
            <a:r>
              <a:rPr lang="en-US" sz="1600" b="1" dirty="0">
                <a:effectLst/>
                <a:latin typeface="Times New Roman" panose="02020603050405020304" pitchFamily="18" charset="0"/>
                <a:ea typeface="Times New Roman" panose="02020603050405020304" pitchFamily="18" charset="0"/>
              </a:rPr>
              <a:t>III Year</a:t>
            </a:r>
            <a:r>
              <a:rPr lang="en-US" sz="1600" b="1" spc="-40" dirty="0">
                <a:effectLst/>
                <a:latin typeface="Times New Roman" panose="02020603050405020304" pitchFamily="18" charset="0"/>
                <a:ea typeface="Times New Roman" panose="02020603050405020304" pitchFamily="18" charset="0"/>
              </a:rPr>
              <a:t> </a:t>
            </a:r>
            <a:r>
              <a:rPr lang="en-US" sz="1600" b="1" dirty="0">
                <a:effectLst/>
                <a:latin typeface="Times New Roman" panose="02020603050405020304" pitchFamily="18" charset="0"/>
                <a:ea typeface="Times New Roman" panose="02020603050405020304" pitchFamily="18" charset="0"/>
              </a:rPr>
              <a:t>VI</a:t>
            </a:r>
            <a:r>
              <a:rPr lang="en-US" sz="1600" b="1" spc="-20" dirty="0">
                <a:effectLst/>
                <a:latin typeface="Times New Roman" panose="02020603050405020304" pitchFamily="18" charset="0"/>
                <a:ea typeface="Times New Roman" panose="02020603050405020304" pitchFamily="18" charset="0"/>
              </a:rPr>
              <a:t> </a:t>
            </a:r>
            <a:r>
              <a:rPr lang="en-US" sz="1600" b="1" dirty="0">
                <a:effectLst/>
                <a:latin typeface="Times New Roman" panose="02020603050405020304" pitchFamily="18" charset="0"/>
                <a:ea typeface="Times New Roman" panose="02020603050405020304" pitchFamily="18" charset="0"/>
              </a:rPr>
              <a:t>Semester Academic </a:t>
            </a:r>
          </a:p>
          <a:p>
            <a:pPr marL="2204720" marR="2258695" indent="-218440" algn="ctr">
              <a:lnSpc>
                <a:spcPct val="150000"/>
              </a:lnSpc>
            </a:pPr>
            <a:r>
              <a:rPr lang="en-US" sz="1600" b="1" dirty="0">
                <a:effectLst/>
                <a:latin typeface="Times New Roman" panose="02020603050405020304" pitchFamily="18" charset="0"/>
                <a:ea typeface="Times New Roman" panose="02020603050405020304" pitchFamily="18" charset="0"/>
              </a:rPr>
              <a:t>    Year 2022-2025</a:t>
            </a:r>
          </a:p>
          <a:p>
            <a:pPr marL="2204720" marR="2258695" indent="-218440" algn="ctr">
              <a:lnSpc>
                <a:spcPct val="150000"/>
              </a:lnSpc>
            </a:pPr>
            <a:endParaRPr lang="en-US" sz="1600" b="1" dirty="0">
              <a:effectLst/>
              <a:latin typeface="Times New Roman" panose="02020603050405020304" pitchFamily="18" charset="0"/>
              <a:ea typeface="Times New Roman" panose="02020603050405020304" pitchFamily="18" charset="0"/>
            </a:endParaRPr>
          </a:p>
          <a:p>
            <a:pPr algn="ctr">
              <a:spcBef>
                <a:spcPts val="5"/>
              </a:spcBef>
            </a:pPr>
            <a:r>
              <a:rPr lang="en-US" sz="1600" b="1" dirty="0">
                <a:solidFill>
                  <a:srgbClr val="FF0000"/>
                </a:solidFill>
                <a:effectLst/>
                <a:latin typeface="Times New Roman" panose="02020603050405020304" pitchFamily="18" charset="0"/>
                <a:ea typeface="Times New Roman" panose="02020603050405020304" pitchFamily="18" charset="0"/>
              </a:rPr>
              <a:t>Guided </a:t>
            </a:r>
            <a:r>
              <a:rPr lang="en-US" sz="1600" b="1" spc="-25" dirty="0">
                <a:solidFill>
                  <a:srgbClr val="FF0000"/>
                </a:solidFill>
                <a:effectLst/>
                <a:latin typeface="Times New Roman" panose="02020603050405020304" pitchFamily="18" charset="0"/>
                <a:ea typeface="Times New Roman" panose="02020603050405020304" pitchFamily="18" charset="0"/>
              </a:rPr>
              <a:t>by</a:t>
            </a:r>
            <a:r>
              <a:rPr lang="en-US" sz="1600" b="1"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pPr algn="ctr">
              <a:spcAft>
                <a:spcPts val="785"/>
              </a:spcAft>
            </a:pPr>
            <a:r>
              <a:rPr lang="en-US" sz="1600" b="1" dirty="0">
                <a:effectLst/>
                <a:latin typeface="Times New Roman" panose="02020603050405020304" pitchFamily="18" charset="0"/>
                <a:ea typeface="Times New Roman" panose="02020603050405020304" pitchFamily="18" charset="0"/>
              </a:rPr>
              <a:t>“Ms. Minal S. Darekar”</a:t>
            </a:r>
          </a:p>
        </p:txBody>
      </p:sp>
      <p:pic>
        <p:nvPicPr>
          <p:cNvPr id="2" name="Picture 1">
            <a:extLst>
              <a:ext uri="{FF2B5EF4-FFF2-40B4-BE49-F238E27FC236}">
                <a16:creationId xmlns:a16="http://schemas.microsoft.com/office/drawing/2014/main" id="{0DD6CF9D-2C76-D9B4-72A4-C3049F29098F}"/>
              </a:ext>
            </a:extLst>
          </p:cNvPr>
          <p:cNvPicPr>
            <a:picLocks noChangeAspect="1"/>
          </p:cNvPicPr>
          <p:nvPr/>
        </p:nvPicPr>
        <p:blipFill>
          <a:blip r:embed="rId2">
            <a:extLst>
              <a:ext uri="{28A0092B-C50C-407E-A947-70E740481C1C}">
                <a14:useLocalDpi xmlns:a14="http://schemas.microsoft.com/office/drawing/2010/main" val="0"/>
              </a:ext>
            </a:extLst>
          </a:blip>
          <a:srcRect b="10332"/>
          <a:stretch/>
        </p:blipFill>
        <p:spPr>
          <a:xfrm>
            <a:off x="4420367" y="458537"/>
            <a:ext cx="3351256" cy="1505978"/>
          </a:xfrm>
          <a:prstGeom prst="rect">
            <a:avLst/>
          </a:prstGeom>
        </p:spPr>
      </p:pic>
    </p:spTree>
    <p:extLst>
      <p:ext uri="{BB962C8B-B14F-4D97-AF65-F5344CB8AC3E}">
        <p14:creationId xmlns:p14="http://schemas.microsoft.com/office/powerpoint/2010/main" val="1747988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1D0C4-6889-5C4D-0F50-24BFB230D868}"/>
              </a:ext>
            </a:extLst>
          </p:cNvPr>
          <p:cNvSpPr>
            <a:spLocks noGrp="1"/>
          </p:cNvSpPr>
          <p:nvPr>
            <p:ph type="title"/>
          </p:nvPr>
        </p:nvSpPr>
        <p:spPr>
          <a:xfrm>
            <a:off x="677334" y="609600"/>
            <a:ext cx="8596668" cy="933450"/>
          </a:xfrm>
        </p:spPr>
        <p:txBody>
          <a:bodyPr>
            <a:normAutofit/>
          </a:bodyPr>
          <a:lstStyle/>
          <a:p>
            <a:r>
              <a:rPr lang="en-IN" dirty="0"/>
              <a:t> </a:t>
            </a:r>
            <a:r>
              <a:rPr lang="en-IN" sz="3200" b="1" dirty="0">
                <a:latin typeface="Times New Roman" panose="02020603050405020304" pitchFamily="18" charset="0"/>
                <a:cs typeface="Times New Roman" panose="02020603050405020304" pitchFamily="18" charset="0"/>
              </a:rPr>
              <a:t>Acknowledgment</a:t>
            </a:r>
            <a:endParaRPr lang="en-IN" sz="11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7FC1DBB-8290-BAFD-A0C8-6A92074317A6}"/>
              </a:ext>
            </a:extLst>
          </p:cNvPr>
          <p:cNvSpPr>
            <a:spLocks noGrp="1"/>
          </p:cNvSpPr>
          <p:nvPr>
            <p:ph idx="1"/>
          </p:nvPr>
        </p:nvSpPr>
        <p:spPr>
          <a:xfrm>
            <a:off x="677333" y="1543049"/>
            <a:ext cx="9221409" cy="5206093"/>
          </a:xfrm>
        </p:spPr>
        <p:txBody>
          <a:bodyPr>
            <a:normAutofit fontScale="25000" lnSpcReduction="20000"/>
          </a:bodyPr>
          <a:lstStyle/>
          <a:p>
            <a:pPr marL="76200" marR="633095" algn="just">
              <a:lnSpc>
                <a:spcPct val="150000"/>
              </a:lnSpc>
              <a:spcBef>
                <a:spcPts val="5"/>
              </a:spcBef>
            </a:pPr>
            <a:r>
              <a:rPr lang="en-US" sz="6400" dirty="0">
                <a:effectLst/>
                <a:latin typeface="Times New Roman" panose="02020603050405020304" pitchFamily="18" charset="0"/>
                <a:ea typeface="Times New Roman" panose="02020603050405020304" pitchFamily="18" charset="0"/>
              </a:rPr>
              <a:t>Many people have contributed in some or the other forms to this project, although our name</a:t>
            </a:r>
            <a:r>
              <a:rPr lang="en-US" sz="6400" spc="200" dirty="0">
                <a:latin typeface="Times New Roman" panose="02020603050405020304" pitchFamily="18" charset="0"/>
                <a:ea typeface="Times New Roman" panose="02020603050405020304" pitchFamily="18" charset="0"/>
              </a:rPr>
              <a:t> </a:t>
            </a:r>
            <a:r>
              <a:rPr lang="en-US" sz="6400" dirty="0">
                <a:effectLst/>
                <a:latin typeface="Times New Roman" panose="02020603050405020304" pitchFamily="18" charset="0"/>
                <a:ea typeface="Times New Roman" panose="02020603050405020304" pitchFamily="18" charset="0"/>
              </a:rPr>
              <a:t>appears</a:t>
            </a:r>
            <a:r>
              <a:rPr lang="en-US" sz="6400" spc="-45" dirty="0">
                <a:effectLst/>
                <a:latin typeface="Times New Roman" panose="02020603050405020304" pitchFamily="18" charset="0"/>
                <a:ea typeface="Times New Roman" panose="02020603050405020304" pitchFamily="18" charset="0"/>
              </a:rPr>
              <a:t> </a:t>
            </a:r>
            <a:r>
              <a:rPr lang="en-US" sz="6400" dirty="0">
                <a:effectLst/>
                <a:latin typeface="Times New Roman" panose="02020603050405020304" pitchFamily="18" charset="0"/>
                <a:ea typeface="Times New Roman" panose="02020603050405020304" pitchFamily="18" charset="0"/>
              </a:rPr>
              <a:t>on</a:t>
            </a:r>
            <a:r>
              <a:rPr lang="en-US" sz="6400" spc="-55" dirty="0">
                <a:effectLst/>
                <a:latin typeface="Times New Roman" panose="02020603050405020304" pitchFamily="18" charset="0"/>
                <a:ea typeface="Times New Roman" panose="02020603050405020304" pitchFamily="18" charset="0"/>
              </a:rPr>
              <a:t> </a:t>
            </a:r>
            <a:r>
              <a:rPr lang="en-US" sz="6400" dirty="0">
                <a:effectLst/>
                <a:latin typeface="Times New Roman" panose="02020603050405020304" pitchFamily="18" charset="0"/>
                <a:ea typeface="Times New Roman" panose="02020603050405020304" pitchFamily="18" charset="0"/>
              </a:rPr>
              <a:t>the</a:t>
            </a:r>
            <a:r>
              <a:rPr lang="en-US" sz="6400" spc="-60" dirty="0">
                <a:effectLst/>
                <a:latin typeface="Times New Roman" panose="02020603050405020304" pitchFamily="18" charset="0"/>
                <a:ea typeface="Times New Roman" panose="02020603050405020304" pitchFamily="18" charset="0"/>
              </a:rPr>
              <a:t> </a:t>
            </a:r>
            <a:r>
              <a:rPr lang="en-US" sz="6400" dirty="0">
                <a:effectLst/>
                <a:latin typeface="Times New Roman" panose="02020603050405020304" pitchFamily="18" charset="0"/>
                <a:ea typeface="Times New Roman" panose="02020603050405020304" pitchFamily="18" charset="0"/>
              </a:rPr>
              <a:t>cover</a:t>
            </a:r>
            <a:r>
              <a:rPr lang="en-US" sz="6400" spc="-55" dirty="0">
                <a:effectLst/>
                <a:latin typeface="Times New Roman" panose="02020603050405020304" pitchFamily="18" charset="0"/>
                <a:ea typeface="Times New Roman" panose="02020603050405020304" pitchFamily="18" charset="0"/>
              </a:rPr>
              <a:t> </a:t>
            </a:r>
            <a:r>
              <a:rPr lang="en-US" sz="6400" dirty="0">
                <a:effectLst/>
                <a:latin typeface="Times New Roman" panose="02020603050405020304" pitchFamily="18" charset="0"/>
                <a:ea typeface="Times New Roman" panose="02020603050405020304" pitchFamily="18" charset="0"/>
              </a:rPr>
              <a:t>of</a:t>
            </a:r>
            <a:r>
              <a:rPr lang="en-US" sz="6400" spc="-60" dirty="0">
                <a:effectLst/>
                <a:latin typeface="Times New Roman" panose="02020603050405020304" pitchFamily="18" charset="0"/>
                <a:ea typeface="Times New Roman" panose="02020603050405020304" pitchFamily="18" charset="0"/>
              </a:rPr>
              <a:t> </a:t>
            </a:r>
            <a:r>
              <a:rPr lang="en-US" sz="6400" dirty="0">
                <a:effectLst/>
                <a:latin typeface="Times New Roman" panose="02020603050405020304" pitchFamily="18" charset="0"/>
                <a:ea typeface="Times New Roman" panose="02020603050405020304" pitchFamily="18" charset="0"/>
              </a:rPr>
              <a:t>this</a:t>
            </a:r>
            <a:r>
              <a:rPr lang="en-US" sz="6400" spc="-50" dirty="0">
                <a:effectLst/>
                <a:latin typeface="Times New Roman" panose="02020603050405020304" pitchFamily="18" charset="0"/>
                <a:ea typeface="Times New Roman" panose="02020603050405020304" pitchFamily="18" charset="0"/>
              </a:rPr>
              <a:t> </a:t>
            </a:r>
            <a:r>
              <a:rPr lang="en-US" sz="6400" dirty="0">
                <a:effectLst/>
                <a:latin typeface="Times New Roman" panose="02020603050405020304" pitchFamily="18" charset="0"/>
                <a:ea typeface="Times New Roman" panose="02020603050405020304" pitchFamily="18" charset="0"/>
              </a:rPr>
              <a:t>project.</a:t>
            </a:r>
            <a:r>
              <a:rPr lang="en-US" sz="6400" spc="-50" dirty="0">
                <a:effectLst/>
                <a:latin typeface="Times New Roman" panose="02020603050405020304" pitchFamily="18" charset="0"/>
                <a:ea typeface="Times New Roman" panose="02020603050405020304" pitchFamily="18" charset="0"/>
              </a:rPr>
              <a:t> </a:t>
            </a:r>
            <a:r>
              <a:rPr lang="en-US" sz="6400" dirty="0">
                <a:effectLst/>
                <a:latin typeface="Times New Roman" panose="02020603050405020304" pitchFamily="18" charset="0"/>
                <a:ea typeface="Times New Roman" panose="02020603050405020304" pitchFamily="18" charset="0"/>
              </a:rPr>
              <a:t>We</a:t>
            </a:r>
            <a:r>
              <a:rPr lang="en-US" sz="6400" spc="-60" dirty="0">
                <a:effectLst/>
                <a:latin typeface="Times New Roman" panose="02020603050405020304" pitchFamily="18" charset="0"/>
                <a:ea typeface="Times New Roman" panose="02020603050405020304" pitchFamily="18" charset="0"/>
              </a:rPr>
              <a:t> </a:t>
            </a:r>
            <a:r>
              <a:rPr lang="en-US" sz="6400" dirty="0">
                <a:effectLst/>
                <a:latin typeface="Times New Roman" panose="02020603050405020304" pitchFamily="18" charset="0"/>
                <a:ea typeface="Times New Roman" panose="02020603050405020304" pitchFamily="18" charset="0"/>
              </a:rPr>
              <a:t>could</a:t>
            </a:r>
            <a:r>
              <a:rPr lang="en-US" sz="6400" spc="-55" dirty="0">
                <a:effectLst/>
                <a:latin typeface="Times New Roman" panose="02020603050405020304" pitchFamily="18" charset="0"/>
                <a:ea typeface="Times New Roman" panose="02020603050405020304" pitchFamily="18" charset="0"/>
              </a:rPr>
              <a:t> </a:t>
            </a:r>
            <a:r>
              <a:rPr lang="en-US" sz="6400" dirty="0">
                <a:effectLst/>
                <a:latin typeface="Times New Roman" panose="02020603050405020304" pitchFamily="18" charset="0"/>
                <a:ea typeface="Times New Roman" panose="02020603050405020304" pitchFamily="18" charset="0"/>
              </a:rPr>
              <a:t>not</a:t>
            </a:r>
            <a:r>
              <a:rPr lang="en-US" sz="6400" spc="-40" dirty="0">
                <a:effectLst/>
                <a:latin typeface="Times New Roman" panose="02020603050405020304" pitchFamily="18" charset="0"/>
                <a:ea typeface="Times New Roman" panose="02020603050405020304" pitchFamily="18" charset="0"/>
              </a:rPr>
              <a:t> </a:t>
            </a:r>
            <a:r>
              <a:rPr lang="en-US" sz="6400" dirty="0">
                <a:effectLst/>
                <a:latin typeface="Times New Roman" panose="02020603050405020304" pitchFamily="18" charset="0"/>
                <a:ea typeface="Times New Roman" panose="02020603050405020304" pitchFamily="18" charset="0"/>
              </a:rPr>
              <a:t>have</a:t>
            </a:r>
            <a:r>
              <a:rPr lang="en-US" sz="6400" spc="-55" dirty="0">
                <a:effectLst/>
                <a:latin typeface="Times New Roman" panose="02020603050405020304" pitchFamily="18" charset="0"/>
                <a:ea typeface="Times New Roman" panose="02020603050405020304" pitchFamily="18" charset="0"/>
              </a:rPr>
              <a:t> </a:t>
            </a:r>
            <a:r>
              <a:rPr lang="en-US" sz="6400" dirty="0">
                <a:effectLst/>
                <a:latin typeface="Times New Roman" panose="02020603050405020304" pitchFamily="18" charset="0"/>
                <a:ea typeface="Times New Roman" panose="02020603050405020304" pitchFamily="18" charset="0"/>
              </a:rPr>
              <a:t>done</a:t>
            </a:r>
            <a:r>
              <a:rPr lang="en-US" sz="6400" spc="-60" dirty="0">
                <a:effectLst/>
                <a:latin typeface="Times New Roman" panose="02020603050405020304" pitchFamily="18" charset="0"/>
                <a:ea typeface="Times New Roman" panose="02020603050405020304" pitchFamily="18" charset="0"/>
              </a:rPr>
              <a:t> </a:t>
            </a:r>
            <a:r>
              <a:rPr lang="en-US" sz="6400" dirty="0">
                <a:effectLst/>
                <a:latin typeface="Times New Roman" panose="02020603050405020304" pitchFamily="18" charset="0"/>
                <a:ea typeface="Times New Roman" panose="02020603050405020304" pitchFamily="18" charset="0"/>
              </a:rPr>
              <a:t>this</a:t>
            </a:r>
            <a:r>
              <a:rPr lang="en-US" sz="6400" spc="-55" dirty="0">
                <a:effectLst/>
                <a:latin typeface="Times New Roman" panose="02020603050405020304" pitchFamily="18" charset="0"/>
                <a:ea typeface="Times New Roman" panose="02020603050405020304" pitchFamily="18" charset="0"/>
              </a:rPr>
              <a:t> </a:t>
            </a:r>
            <a:r>
              <a:rPr lang="en-US" sz="6400" dirty="0">
                <a:effectLst/>
                <a:latin typeface="Times New Roman" panose="02020603050405020304" pitchFamily="18" charset="0"/>
                <a:ea typeface="Times New Roman" panose="02020603050405020304" pitchFamily="18" charset="0"/>
              </a:rPr>
              <a:t>Case</a:t>
            </a:r>
            <a:r>
              <a:rPr lang="en-US" sz="6400" spc="-60" dirty="0">
                <a:effectLst/>
                <a:latin typeface="Times New Roman" panose="02020603050405020304" pitchFamily="18" charset="0"/>
                <a:ea typeface="Times New Roman" panose="02020603050405020304" pitchFamily="18" charset="0"/>
              </a:rPr>
              <a:t> </a:t>
            </a:r>
            <a:r>
              <a:rPr lang="en-US" sz="6400" dirty="0">
                <a:effectLst/>
                <a:latin typeface="Times New Roman" panose="02020603050405020304" pitchFamily="18" charset="0"/>
                <a:ea typeface="Times New Roman" panose="02020603050405020304" pitchFamily="18" charset="0"/>
              </a:rPr>
              <a:t>Study</a:t>
            </a:r>
            <a:r>
              <a:rPr lang="en-US" sz="6400" spc="-50" dirty="0">
                <a:effectLst/>
                <a:latin typeface="Times New Roman" panose="02020603050405020304" pitchFamily="18" charset="0"/>
                <a:ea typeface="Times New Roman" panose="02020603050405020304" pitchFamily="18" charset="0"/>
              </a:rPr>
              <a:t> </a:t>
            </a:r>
            <a:r>
              <a:rPr lang="en-US" sz="6400" dirty="0">
                <a:effectLst/>
                <a:latin typeface="Times New Roman" panose="02020603050405020304" pitchFamily="18" charset="0"/>
                <a:ea typeface="Times New Roman" panose="02020603050405020304" pitchFamily="18" charset="0"/>
              </a:rPr>
              <a:t>without</a:t>
            </a:r>
            <a:r>
              <a:rPr lang="en-US" sz="6400" spc="-50" dirty="0">
                <a:effectLst/>
                <a:latin typeface="Times New Roman" panose="02020603050405020304" pitchFamily="18" charset="0"/>
                <a:ea typeface="Times New Roman" panose="02020603050405020304" pitchFamily="18" charset="0"/>
              </a:rPr>
              <a:t> </a:t>
            </a:r>
            <a:r>
              <a:rPr lang="en-US" sz="6400" dirty="0">
                <a:effectLst/>
                <a:latin typeface="Times New Roman" panose="02020603050405020304" pitchFamily="18" charset="0"/>
                <a:ea typeface="Times New Roman" panose="02020603050405020304" pitchFamily="18" charset="0"/>
              </a:rPr>
              <a:t>the</a:t>
            </a:r>
            <a:r>
              <a:rPr lang="en-US" sz="6400" spc="-55" dirty="0">
                <a:effectLst/>
                <a:latin typeface="Times New Roman" panose="02020603050405020304" pitchFamily="18" charset="0"/>
                <a:ea typeface="Times New Roman" panose="02020603050405020304" pitchFamily="18" charset="0"/>
              </a:rPr>
              <a:t> </a:t>
            </a:r>
            <a:r>
              <a:rPr lang="en-US" sz="6400" dirty="0">
                <a:effectLst/>
                <a:latin typeface="Times New Roman" panose="02020603050405020304" pitchFamily="18" charset="0"/>
                <a:ea typeface="Times New Roman" panose="02020603050405020304" pitchFamily="18" charset="0"/>
              </a:rPr>
              <a:t>assistance or support of each of the following. We thank all of you.</a:t>
            </a:r>
            <a:endParaRPr lang="en-IN" sz="6400" dirty="0">
              <a:effectLst/>
              <a:latin typeface="Times New Roman" panose="02020603050405020304" pitchFamily="18" charset="0"/>
              <a:ea typeface="Times New Roman" panose="02020603050405020304" pitchFamily="18" charset="0"/>
            </a:endParaRPr>
          </a:p>
          <a:p>
            <a:pPr marL="0" indent="0" algn="just">
              <a:lnSpc>
                <a:spcPct val="150000"/>
              </a:lnSpc>
              <a:spcBef>
                <a:spcPts val="935"/>
              </a:spcBef>
              <a:buNone/>
              <a:tabLst>
                <a:tab pos="2105025" algn="l"/>
                <a:tab pos="5242560" algn="l"/>
              </a:tabLst>
            </a:pPr>
            <a:r>
              <a:rPr lang="en-US" sz="6400" dirty="0">
                <a:effectLst/>
                <a:latin typeface="Times New Roman" panose="02020603050405020304" pitchFamily="18" charset="0"/>
                <a:ea typeface="Times New Roman" panose="02020603050405020304" pitchFamily="18" charset="0"/>
              </a:rPr>
              <a:t>We wish to place on record our deep sense of gratitude towards our project </a:t>
            </a:r>
            <a:r>
              <a:rPr lang="en-US" sz="6400" b="1" dirty="0">
                <a:effectLst/>
                <a:latin typeface="Times New Roman" panose="02020603050405020304" pitchFamily="18" charset="0"/>
                <a:ea typeface="Times New Roman" panose="02020603050405020304" pitchFamily="18" charset="0"/>
              </a:rPr>
              <a:t>Ms. Minal S. Darekar </a:t>
            </a:r>
            <a:r>
              <a:rPr lang="en-US" sz="6400" dirty="0">
                <a:effectLst/>
                <a:latin typeface="Times New Roman" panose="02020603050405020304" pitchFamily="18" charset="0"/>
                <a:ea typeface="Times New Roman" panose="02020603050405020304" pitchFamily="18" charset="0"/>
              </a:rPr>
              <a:t>and in-charge</a:t>
            </a:r>
            <a:r>
              <a:rPr lang="en-US" sz="6400" b="1" dirty="0">
                <a:effectLst/>
                <a:latin typeface="Times New Roman" panose="02020603050405020304" pitchFamily="18" charset="0"/>
                <a:ea typeface="Times New Roman" panose="02020603050405020304" pitchFamily="18" charset="0"/>
              </a:rPr>
              <a:t> Dr. Rajashri A. Joshi </a:t>
            </a:r>
            <a:r>
              <a:rPr lang="en-US" sz="6400" dirty="0">
                <a:effectLst/>
                <a:latin typeface="Times New Roman" panose="02020603050405020304" pitchFamily="18" charset="0"/>
                <a:ea typeface="Times New Roman" panose="02020603050405020304" pitchFamily="18" charset="0"/>
              </a:rPr>
              <a:t>for the constant motivation and valuable help through the project. We also want to express our gratitude towards our Head of the department </a:t>
            </a:r>
            <a:r>
              <a:rPr lang="en-US" sz="6400" b="1" dirty="0">
                <a:effectLst/>
                <a:latin typeface="Times New Roman" panose="02020603050405020304" pitchFamily="18" charset="0"/>
                <a:ea typeface="Times New Roman" panose="02020603050405020304" pitchFamily="18" charset="0"/>
              </a:rPr>
              <a:t>Dr. Ritesh A, Magre, </a:t>
            </a:r>
            <a:r>
              <a:rPr lang="en-US" sz="6400" dirty="0">
                <a:effectLst/>
                <a:latin typeface="Times New Roman" panose="02020603050405020304" pitchFamily="18" charset="0"/>
                <a:ea typeface="Times New Roman" panose="02020603050405020304" pitchFamily="18" charset="0"/>
              </a:rPr>
              <a:t>for his invaluable guidance, insightful advice and continuous encouragement. We also extend our thanks to other faculty members for their co-operation.</a:t>
            </a:r>
            <a:r>
              <a:rPr lang="en-IN" sz="6400" dirty="0">
                <a:latin typeface="Times New Roman" panose="02020603050405020304" pitchFamily="18" charset="0"/>
                <a:ea typeface="Times New Roman" panose="02020603050405020304" pitchFamily="18" charset="0"/>
              </a:rPr>
              <a:t> </a:t>
            </a:r>
            <a:r>
              <a:rPr lang="en-US" sz="6400" dirty="0">
                <a:effectLst/>
                <a:latin typeface="Times New Roman" panose="02020603050405020304" pitchFamily="18" charset="0"/>
                <a:ea typeface="Times New Roman" panose="02020603050405020304" pitchFamily="18" charset="0"/>
              </a:rPr>
              <a:t>We also extend our thanks to other faculty members for their co-operation.</a:t>
            </a:r>
            <a:r>
              <a:rPr lang="en-IN" sz="6400" dirty="0">
                <a:latin typeface="Times New Roman" panose="02020603050405020304" pitchFamily="18" charset="0"/>
                <a:ea typeface="Times New Roman" panose="02020603050405020304" pitchFamily="18" charset="0"/>
              </a:rPr>
              <a:t> </a:t>
            </a:r>
            <a:r>
              <a:rPr lang="en-US" sz="6400" dirty="0">
                <a:effectLst/>
                <a:latin typeface="Times New Roman" panose="02020603050405020304" pitchFamily="18" charset="0"/>
                <a:ea typeface="Times New Roman" panose="02020603050405020304" pitchFamily="18" charset="0"/>
              </a:rPr>
              <a:t>We also thank those who have directly as well as indirectly supported us for the completion of this </a:t>
            </a:r>
            <a:r>
              <a:rPr lang="en-US" sz="6400" spc="-10" dirty="0">
                <a:effectLst/>
                <a:latin typeface="Times New Roman" panose="02020603050405020304" pitchFamily="18" charset="0"/>
                <a:ea typeface="Times New Roman" panose="02020603050405020304" pitchFamily="18" charset="0"/>
              </a:rPr>
              <a:t>Project.</a:t>
            </a:r>
          </a:p>
          <a:p>
            <a:pPr marL="76200" marR="629285" algn="just">
              <a:lnSpc>
                <a:spcPct val="150000"/>
              </a:lnSpc>
              <a:spcBef>
                <a:spcPts val="1005"/>
              </a:spcBef>
            </a:pPr>
            <a:endParaRPr lang="en-IN" sz="6400" dirty="0">
              <a:effectLst/>
              <a:latin typeface="Times New Roman" panose="02020603050405020304" pitchFamily="18" charset="0"/>
              <a:ea typeface="Times New Roman" panose="02020603050405020304" pitchFamily="18" charset="0"/>
            </a:endParaRPr>
          </a:p>
          <a:p>
            <a:pPr marL="0" indent="0" algn="r">
              <a:spcBef>
                <a:spcPts val="1215"/>
              </a:spcBef>
              <a:buNone/>
            </a:pPr>
            <a:r>
              <a:rPr lang="en-US" sz="6400" b="1" dirty="0">
                <a:effectLst/>
                <a:latin typeface="Times New Roman" panose="02020603050405020304" pitchFamily="18" charset="0"/>
                <a:ea typeface="Times New Roman" panose="02020603050405020304" pitchFamily="18" charset="0"/>
              </a:rPr>
              <a:t>MR. Vishal K </a:t>
            </a:r>
            <a:r>
              <a:rPr lang="en-US" sz="6400" b="1" dirty="0" err="1">
                <a:effectLst/>
                <a:latin typeface="Times New Roman" panose="02020603050405020304" pitchFamily="18" charset="0"/>
                <a:ea typeface="Times New Roman" panose="02020603050405020304" pitchFamily="18" charset="0"/>
              </a:rPr>
              <a:t>Aher</a:t>
            </a:r>
            <a:r>
              <a:rPr lang="en-US" sz="6400" b="1" dirty="0">
                <a:effectLst/>
                <a:latin typeface="Times New Roman" panose="02020603050405020304" pitchFamily="18" charset="0"/>
                <a:ea typeface="Times New Roman" panose="02020603050405020304" pitchFamily="18" charset="0"/>
              </a:rPr>
              <a:t> (Roll No: 2)</a:t>
            </a:r>
            <a:endParaRPr lang="en-IN" sz="6400" dirty="0">
              <a:effectLst/>
              <a:latin typeface="Times New Roman" panose="02020603050405020304" pitchFamily="18" charset="0"/>
              <a:ea typeface="Times New Roman" panose="02020603050405020304" pitchFamily="18" charset="0"/>
            </a:endParaRPr>
          </a:p>
          <a:p>
            <a:pPr marL="0" indent="0" algn="r">
              <a:spcBef>
                <a:spcPts val="1215"/>
              </a:spcBef>
              <a:buNone/>
            </a:pPr>
            <a:r>
              <a:rPr lang="en-US" sz="6400" b="1" dirty="0">
                <a:effectLst/>
                <a:latin typeface="Times New Roman" panose="02020603050405020304" pitchFamily="18" charset="0"/>
                <a:ea typeface="Times New Roman" panose="02020603050405020304" pitchFamily="18" charset="0"/>
              </a:rPr>
              <a:t>MR. Karan Bohare (Roll No: 14)</a:t>
            </a:r>
            <a:endParaRPr lang="en-IN" sz="6400" dirty="0">
              <a:effectLst/>
              <a:latin typeface="Times New Roman" panose="02020603050405020304" pitchFamily="18" charset="0"/>
              <a:ea typeface="Times New Roman" panose="02020603050405020304" pitchFamily="18" charset="0"/>
            </a:endParaRPr>
          </a:p>
          <a:p>
            <a:pPr marL="0" indent="0" algn="r">
              <a:spcBef>
                <a:spcPts val="1215"/>
              </a:spcBef>
              <a:buNone/>
            </a:pPr>
            <a:r>
              <a:rPr lang="en-US" sz="6400" b="1" dirty="0">
                <a:effectLst/>
                <a:latin typeface="Times New Roman" panose="02020603050405020304" pitchFamily="18" charset="0"/>
                <a:ea typeface="Times New Roman" panose="02020603050405020304" pitchFamily="18" charset="0"/>
              </a:rPr>
              <a:t>MR. Sachin M Chaudhari (Roll No:16)</a:t>
            </a:r>
            <a:endParaRPr lang="en-IN" sz="6400" dirty="0">
              <a:effectLst/>
              <a:latin typeface="Times New Roman" panose="02020603050405020304" pitchFamily="18" charset="0"/>
              <a:ea typeface="Times New Roman" panose="02020603050405020304" pitchFamily="18" charset="0"/>
            </a:endParaRPr>
          </a:p>
          <a:p>
            <a:pPr marL="0" indent="0" algn="r">
              <a:spcBef>
                <a:spcPts val="1215"/>
              </a:spcBef>
              <a:buNone/>
            </a:pPr>
            <a:r>
              <a:rPr lang="en-US" sz="6400" b="1" dirty="0">
                <a:effectLst/>
                <a:latin typeface="Times New Roman" panose="02020603050405020304" pitchFamily="18" charset="0"/>
                <a:ea typeface="Times New Roman" panose="02020603050405020304" pitchFamily="18" charset="0"/>
              </a:rPr>
              <a:t>MR. Prashant Deshmukh (RollNo:28</a:t>
            </a:r>
            <a:r>
              <a:rPr lang="en-US" sz="5600" b="1" dirty="0">
                <a:effectLst/>
                <a:latin typeface="Times New Roman" panose="02020603050405020304" pitchFamily="18" charset="0"/>
                <a:ea typeface="Times New Roman" panose="02020603050405020304" pitchFamily="18" charset="0"/>
              </a:rPr>
              <a:t>)</a:t>
            </a:r>
            <a:endParaRPr lang="en-IN" sz="5600" dirty="0">
              <a:effectLst/>
              <a:latin typeface="Times New Roman" panose="02020603050405020304" pitchFamily="18" charset="0"/>
              <a:ea typeface="Times New Roman" panose="02020603050405020304" pitchFamily="18" charset="0"/>
            </a:endParaRPr>
          </a:p>
          <a:p>
            <a:endParaRPr lang="en-IN" sz="1200" b="1" dirty="0"/>
          </a:p>
        </p:txBody>
      </p:sp>
    </p:spTree>
    <p:extLst>
      <p:ext uri="{BB962C8B-B14F-4D97-AF65-F5344CB8AC3E}">
        <p14:creationId xmlns:p14="http://schemas.microsoft.com/office/powerpoint/2010/main" val="3634681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C892E-650C-BA14-9DB6-945952ADB0A4}"/>
              </a:ext>
            </a:extLst>
          </p:cNvPr>
          <p:cNvSpPr>
            <a:spLocks noGrp="1"/>
          </p:cNvSpPr>
          <p:nvPr>
            <p:ph type="title"/>
          </p:nvPr>
        </p:nvSpPr>
        <p:spPr>
          <a:xfrm>
            <a:off x="677334" y="511837"/>
            <a:ext cx="8596668" cy="1099250"/>
          </a:xfrm>
        </p:spPr>
        <p:txBody>
          <a:bodyPr>
            <a:normAutofit/>
          </a:bodyPr>
          <a:lstStyle/>
          <a:p>
            <a:r>
              <a:rPr lang="en-IN" sz="3200" dirty="0">
                <a:latin typeface="Times New Roman" panose="02020603050405020304" pitchFamily="18" charset="0"/>
                <a:cs typeface="Times New Roman" panose="02020603050405020304" pitchFamily="18" charset="0"/>
              </a:rPr>
              <a:t>Introduction to Project</a:t>
            </a:r>
          </a:p>
        </p:txBody>
      </p:sp>
      <p:sp>
        <p:nvSpPr>
          <p:cNvPr id="3" name="Content Placeholder 2">
            <a:extLst>
              <a:ext uri="{FF2B5EF4-FFF2-40B4-BE49-F238E27FC236}">
                <a16:creationId xmlns:a16="http://schemas.microsoft.com/office/drawing/2014/main" id="{B37DF167-B132-F6E1-56A6-63AF532F57A3}"/>
              </a:ext>
            </a:extLst>
          </p:cNvPr>
          <p:cNvSpPr>
            <a:spLocks noGrp="1"/>
          </p:cNvSpPr>
          <p:nvPr>
            <p:ph idx="1"/>
          </p:nvPr>
        </p:nvSpPr>
        <p:spPr>
          <a:xfrm>
            <a:off x="677334" y="1611087"/>
            <a:ext cx="8596668" cy="4938276"/>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second-hand book resale market has grown significantly as a sustainable and cost-effective way to access knowledge. With the rising costs of education and textbooks, students often struggle to afford new books. Simultaneously, many books go unused or are discarded after a single use, creating waste and missed opportunities for reuse.
This project focuses on creating a platform for second-hand book resale, providing a solution for students and readers to buy books at affordable prices. The platform bridges the gap between sellers, who wish to declutter their shelves, and buyers, who need affordable access to educational or leisure reading materials.</a:t>
            </a:r>
          </a:p>
        </p:txBody>
      </p:sp>
    </p:spTree>
    <p:extLst>
      <p:ext uri="{BB962C8B-B14F-4D97-AF65-F5344CB8AC3E}">
        <p14:creationId xmlns:p14="http://schemas.microsoft.com/office/powerpoint/2010/main" val="3435858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2483B1-3238-D21C-C660-274F00EC7ED0}"/>
              </a:ext>
            </a:extLst>
          </p:cNvPr>
          <p:cNvSpPr>
            <a:spLocks noGrp="1"/>
          </p:cNvSpPr>
          <p:nvPr>
            <p:ph idx="1"/>
          </p:nvPr>
        </p:nvSpPr>
        <p:spPr>
          <a:xfrm>
            <a:off x="677334" y="680131"/>
            <a:ext cx="8118323" cy="5357812"/>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project aims to promote sustainability by encouraging the reuse of books, reducing paper waste, and fostering a community of book lovers. It leverages technology to simplify the process of listing, searching, and purchasing books, ensuring convenience for users.
By addressing the financial and environmental challenges associated with the traditional book industry, this project contributes to making education and reading more accessible while promoting eco-conscious behavior.</a:t>
            </a:r>
          </a:p>
        </p:txBody>
      </p:sp>
    </p:spTree>
    <p:extLst>
      <p:ext uri="{BB962C8B-B14F-4D97-AF65-F5344CB8AC3E}">
        <p14:creationId xmlns:p14="http://schemas.microsoft.com/office/powerpoint/2010/main" val="943940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9AF90-945F-9916-56BC-9E9B7633E0D5}"/>
              </a:ext>
            </a:extLst>
          </p:cNvPr>
          <p:cNvSpPr>
            <a:spLocks noGrp="1"/>
          </p:cNvSpPr>
          <p:nvPr>
            <p:ph type="title"/>
          </p:nvPr>
        </p:nvSpPr>
        <p:spPr>
          <a:xfrm>
            <a:off x="677334" y="609600"/>
            <a:ext cx="8596668" cy="1030514"/>
          </a:xfrm>
        </p:spPr>
        <p:txBody>
          <a:bodyPr>
            <a:normAutofit/>
          </a:bodyPr>
          <a:lstStyle/>
          <a:p>
            <a:r>
              <a:rPr lang="en-IN" sz="3200" dirty="0">
                <a:latin typeface="Times New Roman" panose="02020603050405020304" pitchFamily="18" charset="0"/>
                <a:cs typeface="Times New Roman" panose="02020603050405020304" pitchFamily="18" charset="0"/>
              </a:rPr>
              <a:t>System Analysis </a:t>
            </a:r>
          </a:p>
        </p:txBody>
      </p:sp>
      <p:sp>
        <p:nvSpPr>
          <p:cNvPr id="3" name="Content Placeholder 2">
            <a:extLst>
              <a:ext uri="{FF2B5EF4-FFF2-40B4-BE49-F238E27FC236}">
                <a16:creationId xmlns:a16="http://schemas.microsoft.com/office/drawing/2014/main" id="{F63906E8-ABEC-3491-F335-842E4A1684CC}"/>
              </a:ext>
            </a:extLst>
          </p:cNvPr>
          <p:cNvSpPr>
            <a:spLocks noGrp="1"/>
          </p:cNvSpPr>
          <p:nvPr>
            <p:ph idx="1"/>
          </p:nvPr>
        </p:nvSpPr>
        <p:spPr>
          <a:xfrm>
            <a:off x="677334" y="1640114"/>
            <a:ext cx="9076266" cy="4847772"/>
          </a:xfrm>
        </p:spPr>
        <p:txBody>
          <a:bodyPr>
            <a:normAutofit/>
          </a:bodyPr>
          <a:lstStyle/>
          <a:p>
            <a:r>
              <a:rPr lang="en-US" sz="2000" b="1" spc="0" dirty="0">
                <a:effectLst/>
                <a:latin typeface="Times New Roman" panose="02020603050405020304" pitchFamily="18" charset="0"/>
                <a:ea typeface="Times New Roman" panose="02020603050405020304" pitchFamily="18" charset="0"/>
              </a:rPr>
              <a:t>Do</a:t>
            </a:r>
            <a:r>
              <a:rPr lang="en-US" sz="2000" b="1" spc="-2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you</a:t>
            </a:r>
            <a:r>
              <a:rPr lang="en-US" sz="2000" b="1" spc="-2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think</a:t>
            </a:r>
            <a:r>
              <a:rPr lang="en-US" sz="2000" b="1" spc="-2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you</a:t>
            </a:r>
            <a:r>
              <a:rPr lang="en-US" sz="2000" b="1" spc="-2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can</a:t>
            </a:r>
            <a:r>
              <a:rPr lang="en-US" sz="2000" b="1" spc="-2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preserve</a:t>
            </a:r>
            <a:r>
              <a:rPr lang="en-US" sz="2000" b="1" spc="-25"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best</a:t>
            </a:r>
            <a:r>
              <a:rPr lang="en-US" sz="2000" b="1" spc="-2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facility</a:t>
            </a:r>
            <a:r>
              <a:rPr lang="en-US" sz="2000" b="1" spc="-2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in</a:t>
            </a:r>
            <a:r>
              <a:rPr lang="en-US" sz="2000" b="1" spc="-2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this</a:t>
            </a:r>
            <a:r>
              <a:rPr lang="en-US" sz="2000" b="1" spc="-2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center?</a:t>
            </a:r>
          </a:p>
          <a:p>
            <a:pPr marL="0" indent="0">
              <a:buNone/>
            </a:pPr>
            <a:r>
              <a:rPr lang="en-US" sz="2000" b="1" spc="0" dirty="0">
                <a:effectLst/>
                <a:latin typeface="Times New Roman" panose="02020603050405020304" pitchFamily="18" charset="0"/>
                <a:ea typeface="Times New Roman" panose="02020603050405020304" pitchFamily="18" charset="0"/>
              </a:rPr>
              <a:t>  Ans: </a:t>
            </a:r>
            <a:r>
              <a:rPr lang="en-US" sz="2000" spc="0" dirty="0">
                <a:effectLst/>
                <a:latin typeface="Times New Roman" panose="02020603050405020304" pitchFamily="18" charset="0"/>
                <a:ea typeface="Times New Roman" panose="02020603050405020304" pitchFamily="18" charset="0"/>
              </a:rPr>
              <a:t>yes</a:t>
            </a:r>
          </a:p>
          <a:p>
            <a:r>
              <a:rPr lang="en-US" sz="2000" b="1" spc="0" dirty="0">
                <a:effectLst/>
                <a:latin typeface="Times New Roman" panose="02020603050405020304" pitchFamily="18" charset="0"/>
                <a:ea typeface="Times New Roman" panose="02020603050405020304" pitchFamily="18" charset="0"/>
              </a:rPr>
              <a:t>The website is user friendly </a:t>
            </a:r>
            <a:endParaRPr lang="en-IN" sz="2000" spc="0" dirty="0">
              <a:latin typeface="Times New Roman" panose="02020603050405020304" pitchFamily="18" charset="0"/>
              <a:ea typeface="Times New Roman" panose="02020603050405020304" pitchFamily="18" charset="0"/>
            </a:endParaRPr>
          </a:p>
          <a:p>
            <a:pPr marL="0" indent="0">
              <a:buNone/>
            </a:pPr>
            <a:r>
              <a:rPr lang="en-US" sz="2000" b="1" dirty="0">
                <a:effectLst/>
                <a:latin typeface="Times New Roman" panose="02020603050405020304" pitchFamily="18" charset="0"/>
                <a:ea typeface="Times New Roman" panose="02020603050405020304" pitchFamily="18" charset="0"/>
              </a:rPr>
              <a:t> Ans: </a:t>
            </a:r>
            <a:r>
              <a:rPr lang="en-US" sz="2000" dirty="0">
                <a:effectLst/>
                <a:latin typeface="Times New Roman" panose="02020603050405020304" pitchFamily="18" charset="0"/>
                <a:ea typeface="Times New Roman" panose="02020603050405020304" pitchFamily="18" charset="0"/>
              </a:rPr>
              <a:t>No, it is free of cost for all.</a:t>
            </a:r>
            <a:endParaRPr lang="en-IN" sz="2000" dirty="0">
              <a:effectLst/>
              <a:latin typeface="Times New Roman" panose="02020603050405020304" pitchFamily="18" charset="0"/>
              <a:ea typeface="Times New Roman" panose="02020603050405020304" pitchFamily="18" charset="0"/>
            </a:endParaRPr>
          </a:p>
          <a:p>
            <a:r>
              <a:rPr lang="en-US" sz="2000" b="1" spc="0" dirty="0">
                <a:effectLst/>
                <a:latin typeface="Times New Roman" panose="02020603050405020304" pitchFamily="18" charset="0"/>
                <a:ea typeface="Times New Roman" panose="02020603050405020304" pitchFamily="18" charset="0"/>
              </a:rPr>
              <a:t>How</a:t>
            </a:r>
            <a:r>
              <a:rPr lang="en-US" sz="2000" b="1" spc="-3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much</a:t>
            </a:r>
            <a:r>
              <a:rPr lang="en-US" sz="2000" b="1" spc="-3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Ram</a:t>
            </a:r>
            <a:r>
              <a:rPr lang="en-US" sz="2000" b="1" spc="-25"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is</a:t>
            </a:r>
            <a:r>
              <a:rPr lang="en-US" sz="2000" b="1" spc="-3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needed</a:t>
            </a:r>
            <a:r>
              <a:rPr lang="en-US" sz="2000" b="1" spc="-3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for</a:t>
            </a:r>
            <a:r>
              <a:rPr lang="en-US" sz="2000" b="1" spc="-4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it? </a:t>
            </a:r>
          </a:p>
          <a:p>
            <a:pPr marL="0" indent="0">
              <a:buNone/>
            </a:pPr>
            <a:r>
              <a:rPr lang="en-US" sz="2000" b="1" spc="0" dirty="0">
                <a:effectLst/>
                <a:latin typeface="Times New Roman" panose="02020603050405020304" pitchFamily="18" charset="0"/>
                <a:ea typeface="Times New Roman" panose="02020603050405020304" pitchFamily="18" charset="0"/>
              </a:rPr>
              <a:t> Ans: </a:t>
            </a:r>
            <a:r>
              <a:rPr lang="en-US" sz="2000" spc="0" dirty="0">
                <a:effectLst/>
                <a:latin typeface="Times New Roman" panose="02020603050405020304" pitchFamily="18" charset="0"/>
                <a:ea typeface="Times New Roman" panose="02020603050405020304" pitchFamily="18" charset="0"/>
              </a:rPr>
              <a:t>500Mb or more.</a:t>
            </a:r>
            <a:endParaRPr lang="en-IN" sz="2000" spc="0" dirty="0">
              <a:effectLst/>
              <a:latin typeface="Times New Roman" panose="02020603050405020304" pitchFamily="18" charset="0"/>
              <a:ea typeface="Times New Roman" panose="02020603050405020304" pitchFamily="18" charset="0"/>
            </a:endParaRPr>
          </a:p>
          <a:p>
            <a:pPr>
              <a:spcBef>
                <a:spcPts val="905"/>
              </a:spcBef>
            </a:pPr>
            <a:r>
              <a:rPr lang="en-US" sz="200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Which</a:t>
            </a:r>
            <a:r>
              <a:rPr lang="en-US" sz="2000" b="1" spc="-35"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processer</a:t>
            </a:r>
            <a:r>
              <a:rPr lang="en-US" sz="2000" b="1" spc="-45"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can</a:t>
            </a:r>
            <a:r>
              <a:rPr lang="en-US" sz="2000" b="1" spc="-35"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support</a:t>
            </a:r>
            <a:r>
              <a:rPr lang="en-US" sz="2000" b="1" spc="-35"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this</a:t>
            </a:r>
            <a:r>
              <a:rPr lang="en-US" sz="2000" b="1" spc="-35"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processor? </a:t>
            </a:r>
          </a:p>
          <a:p>
            <a:pPr marL="0" indent="0">
              <a:spcBef>
                <a:spcPts val="905"/>
              </a:spcBef>
              <a:buNone/>
            </a:pPr>
            <a:r>
              <a:rPr lang="en-US" sz="2000" b="1" spc="0" dirty="0">
                <a:effectLst/>
                <a:latin typeface="Times New Roman" panose="02020603050405020304" pitchFamily="18" charset="0"/>
                <a:ea typeface="Times New Roman" panose="02020603050405020304" pitchFamily="18" charset="0"/>
              </a:rPr>
              <a:t> Ans: </a:t>
            </a:r>
            <a:r>
              <a:rPr lang="en-US" sz="2000" spc="0" dirty="0">
                <a:effectLst/>
                <a:latin typeface="Times New Roman" panose="02020603050405020304" pitchFamily="18" charset="0"/>
                <a:ea typeface="Times New Roman" panose="02020603050405020304" pitchFamily="18" charset="0"/>
              </a:rPr>
              <a:t>Core2 duo and all Android phone processor.</a:t>
            </a:r>
          </a:p>
          <a:p>
            <a:pPr>
              <a:spcBef>
                <a:spcPts val="905"/>
              </a:spcBef>
            </a:pPr>
            <a:r>
              <a:rPr lang="en-US" sz="2000" b="1" spc="0" dirty="0">
                <a:effectLst/>
                <a:latin typeface="Times New Roman" panose="02020603050405020304" pitchFamily="18" charset="0"/>
                <a:ea typeface="Times New Roman" panose="02020603050405020304" pitchFamily="18" charset="0"/>
              </a:rPr>
              <a:t>Can</a:t>
            </a:r>
            <a:r>
              <a:rPr lang="en-US" sz="2000" b="1" spc="-5"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this project</a:t>
            </a:r>
            <a:r>
              <a:rPr lang="en-US" sz="2000" b="1" spc="295"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edit</a:t>
            </a:r>
            <a:r>
              <a:rPr lang="en-US" sz="2000" b="1" spc="-5"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by</a:t>
            </a:r>
            <a:r>
              <a:rPr lang="en-US" sz="2000" b="1" spc="300" dirty="0">
                <a:effectLst/>
                <a:latin typeface="Times New Roman" panose="02020603050405020304" pitchFamily="18" charset="0"/>
                <a:ea typeface="Times New Roman" panose="02020603050405020304" pitchFamily="18" charset="0"/>
              </a:rPr>
              <a:t> </a:t>
            </a:r>
            <a:r>
              <a:rPr lang="en-US" sz="2000" b="1" spc="-10" dirty="0">
                <a:effectLst/>
                <a:latin typeface="Times New Roman" panose="02020603050405020304" pitchFamily="18" charset="0"/>
                <a:ea typeface="Times New Roman" panose="02020603050405020304" pitchFamily="18" charset="0"/>
              </a:rPr>
              <a:t>anyone?</a:t>
            </a:r>
            <a:endParaRPr lang="en-IN" sz="2000" b="1" spc="0" dirty="0">
              <a:effectLst/>
              <a:latin typeface="Times New Roman" panose="02020603050405020304" pitchFamily="18" charset="0"/>
              <a:ea typeface="Times New Roman" panose="02020603050405020304" pitchFamily="18" charset="0"/>
            </a:endParaRPr>
          </a:p>
          <a:p>
            <a:pPr marL="0" indent="0">
              <a:buNone/>
            </a:pPr>
            <a:r>
              <a:rPr lang="en-US" sz="2000" b="1" dirty="0">
                <a:effectLst/>
                <a:latin typeface="Times New Roman" panose="02020603050405020304" pitchFamily="18" charset="0"/>
                <a:ea typeface="Times New Roman" panose="02020603050405020304" pitchFamily="18" charset="0"/>
              </a:rPr>
              <a:t> Ans:</a:t>
            </a:r>
            <a:r>
              <a:rPr lang="en-US" sz="2000" b="1" spc="-2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No,</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only</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developers can</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edit</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it by</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using</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their</a:t>
            </a:r>
            <a:r>
              <a:rPr lang="en-US" sz="2000" spc="29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username and </a:t>
            </a:r>
            <a:r>
              <a:rPr lang="en-US" sz="2000" spc="-10" dirty="0">
                <a:effectLst/>
                <a:latin typeface="Times New Roman" panose="02020603050405020304" pitchFamily="18" charset="0"/>
                <a:ea typeface="Times New Roman" panose="02020603050405020304" pitchFamily="18" charset="0"/>
              </a:rPr>
              <a:t>password</a:t>
            </a:r>
            <a:endParaRPr lang="en-IN" sz="2000" spc="0" dirty="0">
              <a:effectLst/>
              <a:latin typeface="Times New Roman" panose="02020603050405020304" pitchFamily="18" charset="0"/>
              <a:ea typeface="Times New Roman" panose="02020603050405020304" pitchFamily="18" charset="0"/>
            </a:endParaRPr>
          </a:p>
          <a:p>
            <a:endParaRPr lang="en-IN" sz="1800" spc="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1073938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85A3F4-BBDB-6DCF-0E3B-51F484624937}"/>
              </a:ext>
            </a:extLst>
          </p:cNvPr>
          <p:cNvSpPr>
            <a:spLocks noGrp="1"/>
          </p:cNvSpPr>
          <p:nvPr>
            <p:ph idx="1"/>
          </p:nvPr>
        </p:nvSpPr>
        <p:spPr>
          <a:xfrm>
            <a:off x="677334" y="711201"/>
            <a:ext cx="8596668" cy="5747656"/>
          </a:xfrm>
        </p:spPr>
        <p:txBody>
          <a:bodyPr>
            <a:normAutofit/>
          </a:bodyPr>
          <a:lstStyle/>
          <a:p>
            <a:pPr>
              <a:spcBef>
                <a:spcPts val="445"/>
              </a:spcBef>
            </a:pPr>
            <a:endParaRPr lang="en-US" sz="1800" dirty="0">
              <a:effectLst/>
              <a:latin typeface="Times New Roman" panose="02020603050405020304" pitchFamily="18" charset="0"/>
              <a:ea typeface="Times New Roman" panose="02020603050405020304" pitchFamily="18" charset="0"/>
            </a:endParaRPr>
          </a:p>
          <a:p>
            <a:pPr>
              <a:spcBef>
                <a:spcPts val="445"/>
              </a:spcBef>
            </a:pPr>
            <a:r>
              <a:rPr lang="en-US" sz="2000" b="1" spc="0" dirty="0">
                <a:effectLst/>
                <a:latin typeface="Times New Roman" panose="02020603050405020304" pitchFamily="18" charset="0"/>
                <a:ea typeface="Times New Roman" panose="02020603050405020304" pitchFamily="18" charset="0"/>
              </a:rPr>
              <a:t>This project had update regular?</a:t>
            </a:r>
          </a:p>
          <a:p>
            <a:pPr marL="0" indent="0">
              <a:spcBef>
                <a:spcPts val="445"/>
              </a:spcBef>
              <a:buNone/>
            </a:pPr>
            <a:r>
              <a:rPr lang="en-US" sz="2000" b="1" spc="0" dirty="0">
                <a:effectLst/>
                <a:latin typeface="Times New Roman" panose="02020603050405020304" pitchFamily="18" charset="0"/>
                <a:ea typeface="Times New Roman" panose="02020603050405020304" pitchFamily="18" charset="0"/>
              </a:rPr>
              <a:t> Ans:</a:t>
            </a:r>
            <a:r>
              <a:rPr lang="en-US" sz="2000" b="1" spc="-20" dirty="0">
                <a:effectLst/>
                <a:latin typeface="Times New Roman" panose="02020603050405020304" pitchFamily="18" charset="0"/>
                <a:ea typeface="Times New Roman" panose="02020603050405020304" pitchFamily="18" charset="0"/>
              </a:rPr>
              <a:t> </a:t>
            </a:r>
            <a:r>
              <a:rPr lang="en-US" sz="2000" spc="0" dirty="0">
                <a:effectLst/>
                <a:latin typeface="Times New Roman" panose="02020603050405020304" pitchFamily="18" charset="0"/>
                <a:ea typeface="Times New Roman" panose="02020603050405020304" pitchFamily="18" charset="0"/>
              </a:rPr>
              <a:t>Yes. It</a:t>
            </a:r>
            <a:r>
              <a:rPr lang="en-US" sz="2000" spc="-5" dirty="0">
                <a:effectLst/>
                <a:latin typeface="Times New Roman" panose="02020603050405020304" pitchFamily="18" charset="0"/>
                <a:ea typeface="Times New Roman" panose="02020603050405020304" pitchFamily="18" charset="0"/>
              </a:rPr>
              <a:t> </a:t>
            </a:r>
            <a:r>
              <a:rPr lang="en-US" sz="2000" spc="0" dirty="0">
                <a:effectLst/>
                <a:latin typeface="Times New Roman" panose="02020603050405020304" pitchFamily="18" charset="0"/>
                <a:ea typeface="Times New Roman" panose="02020603050405020304" pitchFamily="18" charset="0"/>
              </a:rPr>
              <a:t>require</a:t>
            </a:r>
            <a:r>
              <a:rPr lang="en-US" sz="2000" spc="-5" dirty="0">
                <a:effectLst/>
                <a:latin typeface="Times New Roman" panose="02020603050405020304" pitchFamily="18" charset="0"/>
                <a:ea typeface="Times New Roman" panose="02020603050405020304" pitchFamily="18" charset="0"/>
              </a:rPr>
              <a:t> </a:t>
            </a:r>
            <a:r>
              <a:rPr lang="en-US" sz="2000" spc="0" dirty="0">
                <a:effectLst/>
                <a:latin typeface="Times New Roman" panose="02020603050405020304" pitchFamily="18" charset="0"/>
                <a:ea typeface="Times New Roman" panose="02020603050405020304" pitchFamily="18" charset="0"/>
              </a:rPr>
              <a:t>updating</a:t>
            </a:r>
            <a:r>
              <a:rPr lang="en-US" sz="2000" spc="-10" dirty="0">
                <a:effectLst/>
                <a:latin typeface="Times New Roman" panose="02020603050405020304" pitchFamily="18" charset="0"/>
                <a:ea typeface="Times New Roman" panose="02020603050405020304" pitchFamily="18" charset="0"/>
              </a:rPr>
              <a:t> </a:t>
            </a:r>
            <a:r>
              <a:rPr lang="en-US" sz="2000" spc="0" dirty="0">
                <a:effectLst/>
                <a:latin typeface="Times New Roman" panose="02020603050405020304" pitchFamily="18" charset="0"/>
                <a:ea typeface="Times New Roman" panose="02020603050405020304" pitchFamily="18" charset="0"/>
              </a:rPr>
              <a:t>at</a:t>
            </a:r>
            <a:r>
              <a:rPr lang="en-US" sz="2000" spc="-5" dirty="0">
                <a:effectLst/>
                <a:latin typeface="Times New Roman" panose="02020603050405020304" pitchFamily="18" charset="0"/>
                <a:ea typeface="Times New Roman" panose="02020603050405020304" pitchFamily="18" charset="0"/>
              </a:rPr>
              <a:t> </a:t>
            </a:r>
            <a:r>
              <a:rPr lang="en-US" sz="2000" spc="0" dirty="0">
                <a:effectLst/>
                <a:latin typeface="Times New Roman" panose="02020603050405020304" pitchFamily="18" charset="0"/>
                <a:ea typeface="Times New Roman" panose="02020603050405020304" pitchFamily="18" charset="0"/>
              </a:rPr>
              <a:t>some</a:t>
            </a:r>
            <a:r>
              <a:rPr lang="en-US" sz="2000" spc="-5" dirty="0">
                <a:effectLst/>
                <a:latin typeface="Times New Roman" panose="02020603050405020304" pitchFamily="18" charset="0"/>
                <a:ea typeface="Times New Roman" panose="02020603050405020304" pitchFamily="18" charset="0"/>
              </a:rPr>
              <a:t> </a:t>
            </a:r>
            <a:r>
              <a:rPr lang="en-US" sz="2000" spc="-10" dirty="0">
                <a:effectLst/>
                <a:latin typeface="Times New Roman" panose="02020603050405020304" pitchFamily="18" charset="0"/>
                <a:ea typeface="Times New Roman" panose="02020603050405020304" pitchFamily="18" charset="0"/>
              </a:rPr>
              <a:t>time.</a:t>
            </a:r>
            <a:endParaRPr lang="en-IN" sz="2000" spc="0" dirty="0">
              <a:effectLst/>
              <a:latin typeface="Times New Roman" panose="02020603050405020304" pitchFamily="18" charset="0"/>
              <a:ea typeface="Times New Roman" panose="02020603050405020304" pitchFamily="18" charset="0"/>
            </a:endParaRPr>
          </a:p>
          <a:p>
            <a:r>
              <a:rPr lang="en-US" sz="2000" b="1" spc="0" dirty="0">
                <a:effectLst/>
                <a:latin typeface="Times New Roman" panose="02020603050405020304" pitchFamily="18" charset="0"/>
                <a:ea typeface="Times New Roman" panose="02020603050405020304" pitchFamily="18" charset="0"/>
              </a:rPr>
              <a:t>If</a:t>
            </a:r>
            <a:r>
              <a:rPr lang="en-US" sz="2000" b="1" spc="-2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any</a:t>
            </a:r>
            <a:r>
              <a:rPr lang="en-US" sz="2000" b="1" spc="-2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problem</a:t>
            </a:r>
            <a:r>
              <a:rPr lang="en-US" sz="2000" b="1" spc="-2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than</a:t>
            </a:r>
            <a:r>
              <a:rPr lang="en-US" sz="2000" b="1" spc="-2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any</a:t>
            </a:r>
            <a:r>
              <a:rPr lang="en-US" sz="2000" b="1" spc="-2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support</a:t>
            </a:r>
            <a:r>
              <a:rPr lang="en-US" sz="2000" b="1" spc="-2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will</a:t>
            </a:r>
            <a:r>
              <a:rPr lang="en-US" sz="2000" b="1" spc="-2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give</a:t>
            </a:r>
            <a:r>
              <a:rPr lang="en-US" sz="2000" b="1" spc="-25"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you? </a:t>
            </a:r>
          </a:p>
          <a:p>
            <a:pPr marL="0" indent="0">
              <a:buNone/>
            </a:pPr>
            <a:r>
              <a:rPr lang="en-US" sz="2000" b="1" spc="0" dirty="0">
                <a:effectLst/>
                <a:latin typeface="Times New Roman" panose="02020603050405020304" pitchFamily="18" charset="0"/>
                <a:ea typeface="Times New Roman" panose="02020603050405020304" pitchFamily="18" charset="0"/>
              </a:rPr>
              <a:t> Ans.: </a:t>
            </a:r>
            <a:r>
              <a:rPr lang="en-US" sz="2000" spc="0" dirty="0">
                <a:effectLst/>
                <a:latin typeface="Times New Roman" panose="02020603050405020304" pitchFamily="18" charset="0"/>
                <a:ea typeface="Times New Roman" panose="02020603050405020304" pitchFamily="18" charset="0"/>
              </a:rPr>
              <a:t>We will provide all support need to you.</a:t>
            </a:r>
            <a:endParaRPr lang="en-IN" sz="2000" dirty="0">
              <a:latin typeface="Times New Roman" panose="02020603050405020304" pitchFamily="18" charset="0"/>
              <a:ea typeface="Times New Roman" panose="02020603050405020304" pitchFamily="18" charset="0"/>
            </a:endParaRPr>
          </a:p>
          <a:p>
            <a:r>
              <a:rPr lang="en-US" sz="2000" b="1" spc="0" dirty="0">
                <a:effectLst/>
                <a:latin typeface="Times New Roman" panose="02020603050405020304" pitchFamily="18" charset="0"/>
                <a:ea typeface="Times New Roman" panose="02020603050405020304" pitchFamily="18" charset="0"/>
              </a:rPr>
              <a:t>How</a:t>
            </a:r>
            <a:r>
              <a:rPr lang="en-US" sz="2000" b="1" spc="-2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much</a:t>
            </a:r>
            <a:r>
              <a:rPr lang="en-US" sz="2000" b="1" spc="20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data</a:t>
            </a:r>
            <a:r>
              <a:rPr lang="en-US" sz="2000" b="1" spc="-2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speed</a:t>
            </a:r>
            <a:r>
              <a:rPr lang="en-US" sz="2000" b="1" spc="-2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required</a:t>
            </a:r>
            <a:r>
              <a:rPr lang="en-US" sz="2000" b="1" spc="-2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for</a:t>
            </a:r>
            <a:r>
              <a:rPr lang="en-US" sz="2000" b="1" spc="-3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this</a:t>
            </a:r>
            <a:r>
              <a:rPr lang="en-US" sz="2000" b="1" spc="-2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project? </a:t>
            </a:r>
          </a:p>
          <a:p>
            <a:pPr marL="0" indent="0">
              <a:buNone/>
            </a:pPr>
            <a:r>
              <a:rPr lang="en-US" sz="2000" b="1" spc="0" dirty="0">
                <a:effectLst/>
                <a:latin typeface="Times New Roman" panose="02020603050405020304" pitchFamily="18" charset="0"/>
                <a:ea typeface="Times New Roman" panose="02020603050405020304" pitchFamily="18" charset="0"/>
              </a:rPr>
              <a:t> Ans:</a:t>
            </a:r>
            <a:r>
              <a:rPr lang="en-US" sz="2000" b="1" spc="200" dirty="0">
                <a:effectLst/>
                <a:latin typeface="Times New Roman" panose="02020603050405020304" pitchFamily="18" charset="0"/>
                <a:ea typeface="Times New Roman" panose="02020603050405020304" pitchFamily="18" charset="0"/>
              </a:rPr>
              <a:t> </a:t>
            </a:r>
            <a:r>
              <a:rPr lang="en-US" sz="2000" spc="0" dirty="0">
                <a:effectLst/>
                <a:latin typeface="Times New Roman" panose="02020603050405020304" pitchFamily="18" charset="0"/>
                <a:ea typeface="Times New Roman" panose="02020603050405020304" pitchFamily="18" charset="0"/>
              </a:rPr>
              <a:t>Minimum 100 kbps speed required.</a:t>
            </a:r>
          </a:p>
          <a:p>
            <a:r>
              <a:rPr lang="en-US" sz="2000" b="1" spc="0" dirty="0">
                <a:effectLst/>
                <a:latin typeface="Times New Roman" panose="02020603050405020304" pitchFamily="18" charset="0"/>
                <a:ea typeface="Times New Roman" panose="02020603050405020304" pitchFamily="18" charset="0"/>
              </a:rPr>
              <a:t>Are</a:t>
            </a:r>
            <a:r>
              <a:rPr lang="en-US" sz="2000" b="1" spc="-35"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all</a:t>
            </a:r>
            <a:r>
              <a:rPr lang="en-US" sz="2000" b="1" spc="-3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internet</a:t>
            </a:r>
            <a:r>
              <a:rPr lang="en-US" sz="2000" b="1" spc="-3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browser</a:t>
            </a:r>
            <a:r>
              <a:rPr lang="en-US" sz="2000" b="1" spc="-35"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support</a:t>
            </a:r>
            <a:r>
              <a:rPr lang="en-US" sz="2000" b="1" spc="-3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this</a:t>
            </a:r>
            <a:r>
              <a:rPr lang="en-US" sz="2000" b="1" spc="-30"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site? </a:t>
            </a:r>
          </a:p>
          <a:p>
            <a:pPr marL="0" indent="0">
              <a:buNone/>
            </a:pPr>
            <a:r>
              <a:rPr lang="en-US" sz="2000" b="1" spc="0" dirty="0">
                <a:effectLst/>
                <a:latin typeface="Times New Roman" panose="02020603050405020304" pitchFamily="18" charset="0"/>
                <a:ea typeface="Times New Roman" panose="02020603050405020304" pitchFamily="18" charset="0"/>
              </a:rPr>
              <a:t> Ans: </a:t>
            </a:r>
            <a:r>
              <a:rPr lang="en-US" sz="2000" spc="0" dirty="0">
                <a:effectLst/>
                <a:latin typeface="Times New Roman" panose="02020603050405020304" pitchFamily="18" charset="0"/>
                <a:ea typeface="Times New Roman" panose="02020603050405020304" pitchFamily="18" charset="0"/>
              </a:rPr>
              <a:t>Yes all browser support.</a:t>
            </a:r>
            <a:endParaRPr lang="en-IN" sz="2000" spc="0" dirty="0">
              <a:effectLst/>
              <a:latin typeface="Times New Roman" panose="02020603050405020304" pitchFamily="18" charset="0"/>
              <a:ea typeface="Times New Roman" panose="02020603050405020304" pitchFamily="18" charset="0"/>
            </a:endParaRPr>
          </a:p>
          <a:p>
            <a:endParaRPr lang="en-IN" sz="1800" spc="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1532427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DAC75-0367-A9EF-15EC-AAE5FBE78C5D}"/>
              </a:ext>
            </a:extLst>
          </p:cNvPr>
          <p:cNvSpPr>
            <a:spLocks noGrp="1"/>
          </p:cNvSpPr>
          <p:nvPr>
            <p:ph type="title"/>
          </p:nvPr>
        </p:nvSpPr>
        <p:spPr>
          <a:xfrm>
            <a:off x="677333" y="250723"/>
            <a:ext cx="8596668" cy="1273277"/>
          </a:xfrm>
        </p:spPr>
        <p:txBody>
          <a:bodyPr>
            <a:normAutofit/>
          </a:bodyPr>
          <a:lstStyle/>
          <a:p>
            <a:r>
              <a:rPr lang="en-IN" sz="3200" dirty="0">
                <a:latin typeface="Times New Roman" panose="02020603050405020304" pitchFamily="18" charset="0"/>
                <a:cs typeface="Times New Roman" panose="02020603050405020304" pitchFamily="18" charset="0"/>
              </a:rPr>
              <a:t> Scope of System</a:t>
            </a:r>
          </a:p>
        </p:txBody>
      </p:sp>
      <p:sp>
        <p:nvSpPr>
          <p:cNvPr id="3" name="Content Placeholder 2">
            <a:extLst>
              <a:ext uri="{FF2B5EF4-FFF2-40B4-BE49-F238E27FC236}">
                <a16:creationId xmlns:a16="http://schemas.microsoft.com/office/drawing/2014/main" id="{09C73FF7-581A-3E45-DF10-BF698AFB6B38}"/>
              </a:ext>
            </a:extLst>
          </p:cNvPr>
          <p:cNvSpPr>
            <a:spLocks noGrp="1"/>
          </p:cNvSpPr>
          <p:nvPr>
            <p:ph idx="1"/>
          </p:nvPr>
        </p:nvSpPr>
        <p:spPr>
          <a:xfrm>
            <a:off x="677333" y="1668439"/>
            <a:ext cx="9086099" cy="4750152"/>
          </a:xfrm>
        </p:spPr>
        <p:txBody>
          <a:bodyPr>
            <a:normAutofit fontScale="40000" lnSpcReduction="20000"/>
          </a:bodyPr>
          <a:lstStyle/>
          <a:p>
            <a:pPr marL="539750" algn="just">
              <a:lnSpc>
                <a:spcPct val="150000"/>
              </a:lnSpc>
              <a:spcAft>
                <a:spcPts val="785"/>
              </a:spcAft>
            </a:pPr>
            <a:r>
              <a:rPr lang="en-US" sz="5000" kern="150" dirty="0">
                <a:effectLst/>
                <a:latin typeface="Times New Roman" panose="02020603050405020304" pitchFamily="18" charset="0"/>
                <a:ea typeface="Times New Roman" panose="02020603050405020304" pitchFamily="18" charset="0"/>
                <a:cs typeface="Times New Roman" panose="02020603050405020304" pitchFamily="18" charset="0"/>
              </a:rPr>
              <a:t>The purpose of this project is to establish a book resale business, either through physical locations (brick-and-mortar stores) or online platforms (e.g., an e-commerce website, online marketplace). The goal is to create a sustainable, scalable operation for purchasing used books, refurbishing or categorizing them, and reselling them to a variety of customers.</a:t>
            </a:r>
            <a:endParaRPr lang="en-IN" sz="5000" kern="150" dirty="0">
              <a:latin typeface="Times New Roman" panose="02020603050405020304" pitchFamily="18" charset="0"/>
              <a:ea typeface="Times New Roman" panose="02020603050405020304" pitchFamily="18" charset="0"/>
              <a:cs typeface="Times New Roman" panose="02020603050405020304" pitchFamily="18" charset="0"/>
            </a:endParaRPr>
          </a:p>
          <a:p>
            <a:pPr marL="539750" algn="just">
              <a:lnSpc>
                <a:spcPct val="150000"/>
              </a:lnSpc>
              <a:spcAft>
                <a:spcPts val="785"/>
              </a:spcAft>
            </a:pPr>
            <a:r>
              <a:rPr lang="en-US" sz="5000" spc="0" dirty="0">
                <a:effectLst/>
                <a:latin typeface="Times New Roman" panose="02020603050405020304" pitchFamily="18" charset="0"/>
                <a:ea typeface="Symbol" panose="05050102010706020507" pitchFamily="18" charset="2"/>
                <a:cs typeface="Symbol" panose="05050102010706020507" pitchFamily="18" charset="2"/>
              </a:rPr>
              <a:t>To</a:t>
            </a:r>
            <a:r>
              <a:rPr lang="en-US" sz="5000" spc="135" dirty="0">
                <a:effectLst/>
                <a:latin typeface="Times New Roman" panose="02020603050405020304" pitchFamily="18" charset="0"/>
                <a:ea typeface="Symbol" panose="05050102010706020507" pitchFamily="18" charset="2"/>
                <a:cs typeface="Symbol" panose="05050102010706020507" pitchFamily="18" charset="2"/>
              </a:rPr>
              <a:t> </a:t>
            </a:r>
            <a:r>
              <a:rPr lang="en-US" sz="5000" spc="0" dirty="0">
                <a:effectLst/>
                <a:latin typeface="Times New Roman" panose="02020603050405020304" pitchFamily="18" charset="0"/>
                <a:ea typeface="Symbol" panose="05050102010706020507" pitchFamily="18" charset="2"/>
                <a:cs typeface="Symbol" panose="05050102010706020507" pitchFamily="18" charset="2"/>
              </a:rPr>
              <a:t>utilize</a:t>
            </a:r>
            <a:r>
              <a:rPr lang="en-US" sz="5000" spc="135" dirty="0">
                <a:effectLst/>
                <a:latin typeface="Times New Roman" panose="02020603050405020304" pitchFamily="18" charset="0"/>
                <a:ea typeface="Symbol" panose="05050102010706020507" pitchFamily="18" charset="2"/>
                <a:cs typeface="Symbol" panose="05050102010706020507" pitchFamily="18" charset="2"/>
              </a:rPr>
              <a:t> </a:t>
            </a:r>
            <a:r>
              <a:rPr lang="en-US" sz="5000" spc="0" dirty="0">
                <a:effectLst/>
                <a:latin typeface="Times New Roman" panose="02020603050405020304" pitchFamily="18" charset="0"/>
                <a:ea typeface="Symbol" panose="05050102010706020507" pitchFamily="18" charset="2"/>
                <a:cs typeface="Symbol" panose="05050102010706020507" pitchFamily="18" charset="2"/>
              </a:rPr>
              <a:t>resources</a:t>
            </a:r>
            <a:r>
              <a:rPr lang="en-US" sz="5000" spc="140" dirty="0">
                <a:effectLst/>
                <a:latin typeface="Times New Roman" panose="02020603050405020304" pitchFamily="18" charset="0"/>
                <a:ea typeface="Symbol" panose="05050102010706020507" pitchFamily="18" charset="2"/>
                <a:cs typeface="Symbol" panose="05050102010706020507" pitchFamily="18" charset="2"/>
              </a:rPr>
              <a:t> </a:t>
            </a:r>
            <a:r>
              <a:rPr lang="en-US" sz="5000" spc="0" dirty="0">
                <a:effectLst/>
                <a:latin typeface="Times New Roman" panose="02020603050405020304" pitchFamily="18" charset="0"/>
                <a:ea typeface="Symbol" panose="05050102010706020507" pitchFamily="18" charset="2"/>
                <a:cs typeface="Symbol" panose="05050102010706020507" pitchFamily="18" charset="2"/>
              </a:rPr>
              <a:t>in</a:t>
            </a:r>
            <a:r>
              <a:rPr lang="en-US" sz="5000" spc="150" dirty="0">
                <a:effectLst/>
                <a:latin typeface="Times New Roman" panose="02020603050405020304" pitchFamily="18" charset="0"/>
                <a:ea typeface="Symbol" panose="05050102010706020507" pitchFamily="18" charset="2"/>
                <a:cs typeface="Symbol" panose="05050102010706020507" pitchFamily="18" charset="2"/>
              </a:rPr>
              <a:t> </a:t>
            </a:r>
            <a:r>
              <a:rPr lang="en-US" sz="5000" spc="0" dirty="0">
                <a:effectLst/>
                <a:latin typeface="Times New Roman" panose="02020603050405020304" pitchFamily="18" charset="0"/>
                <a:ea typeface="Symbol" panose="05050102010706020507" pitchFamily="18" charset="2"/>
                <a:cs typeface="Symbol" panose="05050102010706020507" pitchFamily="18" charset="2"/>
              </a:rPr>
              <a:t>an</a:t>
            </a:r>
            <a:r>
              <a:rPr lang="en-US" sz="5000" spc="135" dirty="0">
                <a:effectLst/>
                <a:latin typeface="Times New Roman" panose="02020603050405020304" pitchFamily="18" charset="0"/>
                <a:ea typeface="Symbol" panose="05050102010706020507" pitchFamily="18" charset="2"/>
                <a:cs typeface="Symbol" panose="05050102010706020507" pitchFamily="18" charset="2"/>
              </a:rPr>
              <a:t> </a:t>
            </a:r>
            <a:r>
              <a:rPr lang="en-US" sz="5000" spc="0" dirty="0">
                <a:effectLst/>
                <a:latin typeface="Times New Roman" panose="02020603050405020304" pitchFamily="18" charset="0"/>
                <a:ea typeface="Symbol" panose="05050102010706020507" pitchFamily="18" charset="2"/>
                <a:cs typeface="Symbol" panose="05050102010706020507" pitchFamily="18" charset="2"/>
              </a:rPr>
              <a:t>efficient</a:t>
            </a:r>
            <a:r>
              <a:rPr lang="en-US" sz="5000" spc="135" dirty="0">
                <a:effectLst/>
                <a:latin typeface="Times New Roman" panose="02020603050405020304" pitchFamily="18" charset="0"/>
                <a:ea typeface="Symbol" panose="05050102010706020507" pitchFamily="18" charset="2"/>
                <a:cs typeface="Symbol" panose="05050102010706020507" pitchFamily="18" charset="2"/>
              </a:rPr>
              <a:t> </a:t>
            </a:r>
            <a:r>
              <a:rPr lang="en-US" sz="5000" spc="0" dirty="0">
                <a:effectLst/>
                <a:latin typeface="Times New Roman" panose="02020603050405020304" pitchFamily="18" charset="0"/>
                <a:ea typeface="Symbol" panose="05050102010706020507" pitchFamily="18" charset="2"/>
                <a:cs typeface="Symbol" panose="05050102010706020507" pitchFamily="18" charset="2"/>
              </a:rPr>
              <a:t>manner</a:t>
            </a:r>
            <a:r>
              <a:rPr lang="en-US" sz="5000" spc="135" dirty="0">
                <a:effectLst/>
                <a:latin typeface="Times New Roman" panose="02020603050405020304" pitchFamily="18" charset="0"/>
                <a:ea typeface="Symbol" panose="05050102010706020507" pitchFamily="18" charset="2"/>
                <a:cs typeface="Symbol" panose="05050102010706020507" pitchFamily="18" charset="2"/>
              </a:rPr>
              <a:t> </a:t>
            </a:r>
            <a:r>
              <a:rPr lang="en-US" sz="5000" spc="0" dirty="0">
                <a:effectLst/>
                <a:latin typeface="Times New Roman" panose="02020603050405020304" pitchFamily="18" charset="0"/>
                <a:ea typeface="Symbol" panose="05050102010706020507" pitchFamily="18" charset="2"/>
                <a:cs typeface="Symbol" panose="05050102010706020507" pitchFamily="18" charset="2"/>
              </a:rPr>
              <a:t>by</a:t>
            </a:r>
            <a:r>
              <a:rPr lang="en-US" sz="5000" spc="150" dirty="0">
                <a:effectLst/>
                <a:latin typeface="Times New Roman" panose="02020603050405020304" pitchFamily="18" charset="0"/>
                <a:ea typeface="Symbol" panose="05050102010706020507" pitchFamily="18" charset="2"/>
                <a:cs typeface="Symbol" panose="05050102010706020507" pitchFamily="18" charset="2"/>
              </a:rPr>
              <a:t> </a:t>
            </a:r>
            <a:r>
              <a:rPr lang="en-US" sz="5000" spc="0" dirty="0">
                <a:effectLst/>
                <a:latin typeface="Times New Roman" panose="02020603050405020304" pitchFamily="18" charset="0"/>
                <a:ea typeface="Symbol" panose="05050102010706020507" pitchFamily="18" charset="2"/>
                <a:cs typeface="Symbol" panose="05050102010706020507" pitchFamily="18" charset="2"/>
              </a:rPr>
              <a:t>increasing</a:t>
            </a:r>
            <a:r>
              <a:rPr lang="en-US" sz="5000" spc="150" dirty="0">
                <a:effectLst/>
                <a:latin typeface="Times New Roman" panose="02020603050405020304" pitchFamily="18" charset="0"/>
                <a:ea typeface="Symbol" panose="05050102010706020507" pitchFamily="18" charset="2"/>
                <a:cs typeface="Symbol" panose="05050102010706020507" pitchFamily="18" charset="2"/>
              </a:rPr>
              <a:t> </a:t>
            </a:r>
            <a:r>
              <a:rPr lang="en-US" sz="5000" spc="0" dirty="0">
                <a:effectLst/>
                <a:latin typeface="Times New Roman" panose="02020603050405020304" pitchFamily="18" charset="0"/>
                <a:ea typeface="Symbol" panose="05050102010706020507" pitchFamily="18" charset="2"/>
                <a:cs typeface="Symbol" panose="05050102010706020507" pitchFamily="18" charset="2"/>
              </a:rPr>
              <a:t>their</a:t>
            </a:r>
            <a:r>
              <a:rPr lang="en-US" sz="5000" spc="135" dirty="0">
                <a:effectLst/>
                <a:latin typeface="Times New Roman" panose="02020603050405020304" pitchFamily="18" charset="0"/>
                <a:ea typeface="Symbol" panose="05050102010706020507" pitchFamily="18" charset="2"/>
                <a:cs typeface="Symbol" panose="05050102010706020507" pitchFamily="18" charset="2"/>
              </a:rPr>
              <a:t> </a:t>
            </a:r>
            <a:r>
              <a:rPr lang="en-US" sz="5000" spc="0" dirty="0">
                <a:effectLst/>
                <a:latin typeface="Times New Roman" panose="02020603050405020304" pitchFamily="18" charset="0"/>
                <a:ea typeface="Symbol" panose="05050102010706020507" pitchFamily="18" charset="2"/>
                <a:cs typeface="Symbol" panose="05050102010706020507" pitchFamily="18" charset="2"/>
              </a:rPr>
              <a:t>productivity</a:t>
            </a:r>
            <a:r>
              <a:rPr lang="en-US" sz="5000" spc="135" dirty="0">
                <a:effectLst/>
                <a:latin typeface="Times New Roman" panose="02020603050405020304" pitchFamily="18" charset="0"/>
                <a:ea typeface="Symbol" panose="05050102010706020507" pitchFamily="18" charset="2"/>
                <a:cs typeface="Symbol" panose="05050102010706020507" pitchFamily="18" charset="2"/>
              </a:rPr>
              <a:t> </a:t>
            </a:r>
            <a:r>
              <a:rPr lang="en-US" sz="5000" spc="0" dirty="0">
                <a:effectLst/>
                <a:latin typeface="Times New Roman" panose="02020603050405020304" pitchFamily="18" charset="0"/>
                <a:ea typeface="Symbol" panose="05050102010706020507" pitchFamily="18" charset="2"/>
                <a:cs typeface="Symbol" panose="05050102010706020507" pitchFamily="18" charset="2"/>
              </a:rPr>
              <a:t>through </a:t>
            </a:r>
            <a:r>
              <a:rPr lang="en-US" sz="5000" spc="-10" dirty="0">
                <a:effectLst/>
                <a:latin typeface="Times New Roman" panose="02020603050405020304" pitchFamily="18" charset="0"/>
                <a:ea typeface="Symbol" panose="05050102010706020507" pitchFamily="18" charset="2"/>
                <a:cs typeface="Symbol" panose="05050102010706020507" pitchFamily="18" charset="2"/>
              </a:rPr>
              <a:t>automation.</a:t>
            </a:r>
            <a:endParaRPr lang="en-IN" sz="5000" dirty="0">
              <a:latin typeface="Times New Roman" panose="02020603050405020304" pitchFamily="18" charset="0"/>
              <a:ea typeface="Symbol" panose="05050102010706020507" pitchFamily="18" charset="2"/>
              <a:cs typeface="Symbol" panose="05050102010706020507" pitchFamily="18" charset="2"/>
            </a:endParaRPr>
          </a:p>
          <a:p>
            <a:pPr marL="539750" algn="just">
              <a:lnSpc>
                <a:spcPct val="150000"/>
              </a:lnSpc>
              <a:spcAft>
                <a:spcPts val="785"/>
              </a:spcAft>
            </a:pPr>
            <a:r>
              <a:rPr lang="en-US" sz="5000" spc="0" dirty="0">
                <a:effectLst/>
                <a:latin typeface="Times New Roman" panose="02020603050405020304" pitchFamily="18" charset="0"/>
                <a:ea typeface="Symbol" panose="05050102010706020507" pitchFamily="18" charset="2"/>
                <a:cs typeface="Symbol" panose="05050102010706020507" pitchFamily="18" charset="2"/>
              </a:rPr>
              <a:t>The</a:t>
            </a:r>
            <a:r>
              <a:rPr lang="en-US" sz="5000" spc="-25" dirty="0">
                <a:effectLst/>
                <a:latin typeface="Times New Roman" panose="02020603050405020304" pitchFamily="18" charset="0"/>
                <a:ea typeface="Symbol" panose="05050102010706020507" pitchFamily="18" charset="2"/>
                <a:cs typeface="Symbol" panose="05050102010706020507" pitchFamily="18" charset="2"/>
              </a:rPr>
              <a:t> </a:t>
            </a:r>
            <a:r>
              <a:rPr lang="en-US" sz="5000" spc="0" dirty="0">
                <a:effectLst/>
                <a:latin typeface="Times New Roman" panose="02020603050405020304" pitchFamily="18" charset="0"/>
                <a:ea typeface="Symbol" panose="05050102010706020507" pitchFamily="18" charset="2"/>
                <a:cs typeface="Symbol" panose="05050102010706020507" pitchFamily="18" charset="2"/>
              </a:rPr>
              <a:t>System generates</a:t>
            </a:r>
            <a:r>
              <a:rPr lang="en-US" sz="5000" spc="-5" dirty="0">
                <a:effectLst/>
                <a:latin typeface="Times New Roman" panose="02020603050405020304" pitchFamily="18" charset="0"/>
                <a:ea typeface="Symbol" panose="05050102010706020507" pitchFamily="18" charset="2"/>
                <a:cs typeface="Symbol" panose="05050102010706020507" pitchFamily="18" charset="2"/>
              </a:rPr>
              <a:t> </a:t>
            </a:r>
            <a:r>
              <a:rPr lang="en-US" sz="5000" spc="0" dirty="0">
                <a:effectLst/>
                <a:latin typeface="Times New Roman" panose="02020603050405020304" pitchFamily="18" charset="0"/>
                <a:ea typeface="Symbol" panose="05050102010706020507" pitchFamily="18" charset="2"/>
                <a:cs typeface="Symbol" panose="05050102010706020507" pitchFamily="18" charset="2"/>
              </a:rPr>
              <a:t>types of</a:t>
            </a:r>
            <a:r>
              <a:rPr lang="en-US" sz="5000" spc="-10" dirty="0">
                <a:effectLst/>
                <a:latin typeface="Times New Roman" panose="02020603050405020304" pitchFamily="18" charset="0"/>
                <a:ea typeface="Symbol" panose="05050102010706020507" pitchFamily="18" charset="2"/>
                <a:cs typeface="Symbol" panose="05050102010706020507" pitchFamily="18" charset="2"/>
              </a:rPr>
              <a:t> </a:t>
            </a:r>
            <a:r>
              <a:rPr lang="en-US" sz="5000" spc="0" dirty="0">
                <a:effectLst/>
                <a:latin typeface="Times New Roman" panose="02020603050405020304" pitchFamily="18" charset="0"/>
                <a:ea typeface="Symbol" panose="05050102010706020507" pitchFamily="18" charset="2"/>
                <a:cs typeface="Symbol" panose="05050102010706020507" pitchFamily="18" charset="2"/>
              </a:rPr>
              <a:t>information that</a:t>
            </a:r>
            <a:r>
              <a:rPr lang="en-US" sz="5000" spc="-5" dirty="0">
                <a:effectLst/>
                <a:latin typeface="Times New Roman" panose="02020603050405020304" pitchFamily="18" charset="0"/>
                <a:ea typeface="Symbol" panose="05050102010706020507" pitchFamily="18" charset="2"/>
                <a:cs typeface="Symbol" panose="05050102010706020507" pitchFamily="18" charset="2"/>
              </a:rPr>
              <a:t> </a:t>
            </a:r>
            <a:r>
              <a:rPr lang="en-US" sz="5000" spc="0" dirty="0">
                <a:effectLst/>
                <a:latin typeface="Times New Roman" panose="02020603050405020304" pitchFamily="18" charset="0"/>
                <a:ea typeface="Symbol" panose="05050102010706020507" pitchFamily="18" charset="2"/>
                <a:cs typeface="Symbol" panose="05050102010706020507" pitchFamily="18" charset="2"/>
              </a:rPr>
              <a:t>can be</a:t>
            </a:r>
            <a:r>
              <a:rPr lang="en-US" sz="5000" spc="-10" dirty="0">
                <a:effectLst/>
                <a:latin typeface="Times New Roman" panose="02020603050405020304" pitchFamily="18" charset="0"/>
                <a:ea typeface="Symbol" panose="05050102010706020507" pitchFamily="18" charset="2"/>
                <a:cs typeface="Symbol" panose="05050102010706020507" pitchFamily="18" charset="2"/>
              </a:rPr>
              <a:t> </a:t>
            </a:r>
            <a:r>
              <a:rPr lang="en-US" sz="5000" spc="0" dirty="0">
                <a:effectLst/>
                <a:latin typeface="Times New Roman" panose="02020603050405020304" pitchFamily="18" charset="0"/>
                <a:ea typeface="Symbol" panose="05050102010706020507" pitchFamily="18" charset="2"/>
                <a:cs typeface="Symbol" panose="05050102010706020507" pitchFamily="18" charset="2"/>
              </a:rPr>
              <a:t>used for</a:t>
            </a:r>
            <a:r>
              <a:rPr lang="en-US" sz="5000" spc="-5" dirty="0">
                <a:effectLst/>
                <a:latin typeface="Times New Roman" panose="02020603050405020304" pitchFamily="18" charset="0"/>
                <a:ea typeface="Symbol" panose="05050102010706020507" pitchFamily="18" charset="2"/>
                <a:cs typeface="Symbol" panose="05050102010706020507" pitchFamily="18" charset="2"/>
              </a:rPr>
              <a:t> </a:t>
            </a:r>
            <a:r>
              <a:rPr lang="en-US" sz="5000" spc="0" dirty="0">
                <a:effectLst/>
                <a:latin typeface="Times New Roman" panose="02020603050405020304" pitchFamily="18" charset="0"/>
                <a:ea typeface="Symbol" panose="05050102010706020507" pitchFamily="18" charset="2"/>
                <a:cs typeface="Symbol" panose="05050102010706020507" pitchFamily="18" charset="2"/>
              </a:rPr>
              <a:t>various </a:t>
            </a:r>
            <a:r>
              <a:rPr lang="en-US" sz="5000" spc="-10" dirty="0">
                <a:effectLst/>
                <a:latin typeface="Times New Roman" panose="02020603050405020304" pitchFamily="18" charset="0"/>
                <a:ea typeface="Symbol" panose="05050102010706020507" pitchFamily="18" charset="2"/>
                <a:cs typeface="Symbol" panose="05050102010706020507" pitchFamily="18" charset="2"/>
              </a:rPr>
              <a:t>purposes.</a:t>
            </a:r>
            <a:endParaRPr lang="en-IN" sz="5000" dirty="0">
              <a:latin typeface="Times New Roman" panose="02020603050405020304" pitchFamily="18" charset="0"/>
              <a:ea typeface="Symbol" panose="05050102010706020507" pitchFamily="18" charset="2"/>
            </a:endParaRPr>
          </a:p>
          <a:p>
            <a:pPr marL="539750" algn="just">
              <a:lnSpc>
                <a:spcPct val="150000"/>
              </a:lnSpc>
              <a:spcAft>
                <a:spcPts val="785"/>
              </a:spcAft>
            </a:pPr>
            <a:r>
              <a:rPr lang="en-US" sz="5000" spc="0" dirty="0">
                <a:effectLst/>
                <a:latin typeface="Times New Roman" panose="02020603050405020304" pitchFamily="18" charset="0"/>
                <a:ea typeface="Symbol" panose="05050102010706020507" pitchFamily="18" charset="2"/>
                <a:cs typeface="Symbol" panose="05050102010706020507" pitchFamily="18" charset="2"/>
              </a:rPr>
              <a:t>Delivered</a:t>
            </a:r>
            <a:r>
              <a:rPr lang="en-US" sz="5000" spc="-5" dirty="0">
                <a:effectLst/>
                <a:latin typeface="Times New Roman" panose="02020603050405020304" pitchFamily="18" charset="0"/>
                <a:ea typeface="Symbol" panose="05050102010706020507" pitchFamily="18" charset="2"/>
                <a:cs typeface="Symbol" panose="05050102010706020507" pitchFamily="18" charset="2"/>
              </a:rPr>
              <a:t> </a:t>
            </a:r>
            <a:r>
              <a:rPr lang="en-US" sz="5000" spc="0" dirty="0">
                <a:effectLst/>
                <a:latin typeface="Times New Roman" panose="02020603050405020304" pitchFamily="18" charset="0"/>
                <a:ea typeface="Symbol" panose="05050102010706020507" pitchFamily="18" charset="2"/>
                <a:cs typeface="Symbol" panose="05050102010706020507" pitchFamily="18" charset="2"/>
              </a:rPr>
              <a:t>on</a:t>
            </a:r>
            <a:r>
              <a:rPr lang="en-US" sz="5000" spc="-5" dirty="0">
                <a:effectLst/>
                <a:latin typeface="Times New Roman" panose="02020603050405020304" pitchFamily="18" charset="0"/>
                <a:ea typeface="Symbol" panose="05050102010706020507" pitchFamily="18" charset="2"/>
                <a:cs typeface="Symbol" panose="05050102010706020507" pitchFamily="18" charset="2"/>
              </a:rPr>
              <a:t> </a:t>
            </a:r>
            <a:r>
              <a:rPr lang="en-US" sz="5000" spc="0" dirty="0">
                <a:effectLst/>
                <a:latin typeface="Times New Roman" panose="02020603050405020304" pitchFamily="18" charset="0"/>
                <a:ea typeface="Symbol" panose="05050102010706020507" pitchFamily="18" charset="2"/>
                <a:cs typeface="Symbol" panose="05050102010706020507" pitchFamily="18" charset="2"/>
              </a:rPr>
              <a:t>schedule</a:t>
            </a:r>
            <a:r>
              <a:rPr lang="en-US" sz="5000" spc="-5" dirty="0">
                <a:effectLst/>
                <a:latin typeface="Times New Roman" panose="02020603050405020304" pitchFamily="18" charset="0"/>
                <a:ea typeface="Symbol" panose="05050102010706020507" pitchFamily="18" charset="2"/>
                <a:cs typeface="Symbol" panose="05050102010706020507" pitchFamily="18" charset="2"/>
              </a:rPr>
              <a:t> </a:t>
            </a:r>
            <a:r>
              <a:rPr lang="en-US" sz="5000" spc="0" dirty="0">
                <a:effectLst/>
                <a:latin typeface="Times New Roman" panose="02020603050405020304" pitchFamily="18" charset="0"/>
                <a:ea typeface="Symbol" panose="05050102010706020507" pitchFamily="18" charset="2"/>
                <a:cs typeface="Symbol" panose="05050102010706020507" pitchFamily="18" charset="2"/>
              </a:rPr>
              <a:t>within</a:t>
            </a:r>
            <a:r>
              <a:rPr lang="en-US" sz="5000" spc="-5" dirty="0">
                <a:effectLst/>
                <a:latin typeface="Times New Roman" panose="02020603050405020304" pitchFamily="18" charset="0"/>
                <a:ea typeface="Symbol" panose="05050102010706020507" pitchFamily="18" charset="2"/>
                <a:cs typeface="Symbol" panose="05050102010706020507" pitchFamily="18" charset="2"/>
              </a:rPr>
              <a:t> </a:t>
            </a:r>
            <a:r>
              <a:rPr lang="en-US" sz="5000" spc="0" dirty="0">
                <a:effectLst/>
                <a:latin typeface="Times New Roman" panose="02020603050405020304" pitchFamily="18" charset="0"/>
                <a:ea typeface="Symbol" panose="05050102010706020507" pitchFamily="18" charset="2"/>
                <a:cs typeface="Symbol" panose="05050102010706020507" pitchFamily="18" charset="2"/>
              </a:rPr>
              <a:t>the </a:t>
            </a:r>
            <a:r>
              <a:rPr lang="en-US" sz="5000" spc="-10" dirty="0">
                <a:effectLst/>
                <a:latin typeface="Times New Roman" panose="02020603050405020304" pitchFamily="18" charset="0"/>
                <a:ea typeface="Symbol" panose="05050102010706020507" pitchFamily="18" charset="2"/>
                <a:cs typeface="Symbol" panose="05050102010706020507" pitchFamily="18" charset="2"/>
              </a:rPr>
              <a:t>budget.</a:t>
            </a:r>
            <a:endParaRPr lang="en-IN" sz="5000" spc="0" dirty="0">
              <a:effectLst/>
              <a:latin typeface="Times New Roman" panose="02020603050405020304" pitchFamily="18" charset="0"/>
              <a:ea typeface="Symbol" panose="05050102010706020507" pitchFamily="18" charset="2"/>
              <a:cs typeface="Symbol" panose="05050102010706020507" pitchFamily="18" charset="2"/>
            </a:endParaRPr>
          </a:p>
          <a:p>
            <a:endParaRPr lang="en-IN" dirty="0"/>
          </a:p>
        </p:txBody>
      </p:sp>
    </p:spTree>
    <p:extLst>
      <p:ext uri="{BB962C8B-B14F-4D97-AF65-F5344CB8AC3E}">
        <p14:creationId xmlns:p14="http://schemas.microsoft.com/office/powerpoint/2010/main" val="2417010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E0F8C-ED6D-C1A6-DAC6-14AB5199261C}"/>
              </a:ext>
            </a:extLst>
          </p:cNvPr>
          <p:cNvSpPr>
            <a:spLocks noGrp="1"/>
          </p:cNvSpPr>
          <p:nvPr>
            <p:ph type="title"/>
          </p:nvPr>
        </p:nvSpPr>
        <p:spPr>
          <a:xfrm>
            <a:off x="677334" y="354663"/>
            <a:ext cx="8596668" cy="1320800"/>
          </a:xfrm>
        </p:spPr>
        <p:txBody>
          <a:bodyPr>
            <a:normAutofit/>
          </a:bodyPr>
          <a:lstStyle/>
          <a:p>
            <a:r>
              <a:rPr lang="en-IN" sz="3200" dirty="0">
                <a:latin typeface="Times New Roman" panose="02020603050405020304" pitchFamily="18" charset="0"/>
                <a:cs typeface="Times New Roman" panose="02020603050405020304" pitchFamily="18" charset="0"/>
              </a:rPr>
              <a:t>Hardware &amp; Software Requirements</a:t>
            </a:r>
          </a:p>
        </p:txBody>
      </p:sp>
      <p:graphicFrame>
        <p:nvGraphicFramePr>
          <p:cNvPr id="5" name="Content Placeholder 4">
            <a:extLst>
              <a:ext uri="{FF2B5EF4-FFF2-40B4-BE49-F238E27FC236}">
                <a16:creationId xmlns:a16="http://schemas.microsoft.com/office/drawing/2014/main" id="{595F4947-2E0D-7668-F035-04FA7D47B49B}"/>
              </a:ext>
            </a:extLst>
          </p:cNvPr>
          <p:cNvGraphicFramePr>
            <a:graphicFrameLocks noGrp="1"/>
          </p:cNvGraphicFramePr>
          <p:nvPr>
            <p:ph idx="1"/>
            <p:extLst>
              <p:ext uri="{D42A27DB-BD31-4B8C-83A1-F6EECF244321}">
                <p14:modId xmlns:p14="http://schemas.microsoft.com/office/powerpoint/2010/main" val="3415023079"/>
              </p:ext>
            </p:extLst>
          </p:nvPr>
        </p:nvGraphicFramePr>
        <p:xfrm>
          <a:off x="677334" y="1675463"/>
          <a:ext cx="8596842" cy="4935792"/>
        </p:xfrm>
        <a:graphic>
          <a:graphicData uri="http://schemas.openxmlformats.org/drawingml/2006/table">
            <a:tbl>
              <a:tblPr firstRow="1" bandRow="1">
                <a:tableStyleId>{5C22544A-7EE6-4342-B048-85BDC9FD1C3A}</a:tableStyleId>
              </a:tblPr>
              <a:tblGrid>
                <a:gridCol w="4298421">
                  <a:extLst>
                    <a:ext uri="{9D8B030D-6E8A-4147-A177-3AD203B41FA5}">
                      <a16:colId xmlns:a16="http://schemas.microsoft.com/office/drawing/2014/main" val="3667972081"/>
                    </a:ext>
                  </a:extLst>
                </a:gridCol>
                <a:gridCol w="4298421">
                  <a:extLst>
                    <a:ext uri="{9D8B030D-6E8A-4147-A177-3AD203B41FA5}">
                      <a16:colId xmlns:a16="http://schemas.microsoft.com/office/drawing/2014/main" val="417075102"/>
                    </a:ext>
                  </a:extLst>
                </a:gridCol>
              </a:tblGrid>
              <a:tr h="822632">
                <a:tc>
                  <a:txBody>
                    <a:bodyPr/>
                    <a:lstStyle/>
                    <a:p>
                      <a:r>
                        <a:rPr lang="en-US" sz="2000" b="1" dirty="0">
                          <a:latin typeface="Times New Roman" panose="02020603050405020304" pitchFamily="18" charset="0"/>
                          <a:cs typeface="Times New Roman" panose="02020603050405020304" pitchFamily="18" charset="0"/>
                        </a:rPr>
                        <a:t>name of component</a:t>
                      </a:r>
                      <a:endParaRPr lang="en-IN" sz="2000" b="1" dirty="0">
                        <a:latin typeface="Times New Roman" panose="02020603050405020304" pitchFamily="18" charset="0"/>
                        <a:cs typeface="Times New Roman" panose="02020603050405020304" pitchFamily="18" charset="0"/>
                      </a:endParaRPr>
                    </a:p>
                  </a:txBody>
                  <a:tcPr/>
                </a:tc>
                <a:tc>
                  <a:txBody>
                    <a:bodyPr/>
                    <a:lstStyle/>
                    <a:p>
                      <a:r>
                        <a:rPr lang="en-US" sz="2000" b="1" dirty="0">
                          <a:latin typeface="Times New Roman" panose="02020603050405020304" pitchFamily="18" charset="0"/>
                          <a:cs typeface="Times New Roman" panose="02020603050405020304" pitchFamily="18" charset="0"/>
                        </a:rPr>
                        <a:t>Specification</a:t>
                      </a:r>
                      <a:endParaRPr lang="en-IN" sz="20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80507839"/>
                  </a:ext>
                </a:extLst>
              </a:tr>
              <a:tr h="822632">
                <a:tc>
                  <a:txBody>
                    <a:bodyPr/>
                    <a:lstStyle/>
                    <a:p>
                      <a:r>
                        <a:rPr lang="en-US" sz="2000" b="0" dirty="0">
                          <a:latin typeface="Times New Roman" panose="02020603050405020304" pitchFamily="18" charset="0"/>
                          <a:cs typeface="Times New Roman" panose="02020603050405020304" pitchFamily="18" charset="0"/>
                        </a:rPr>
                        <a:t>Processor</a:t>
                      </a:r>
                      <a:endParaRPr lang="en-IN" sz="2000" b="0" dirty="0">
                        <a:latin typeface="Times New Roman" panose="02020603050405020304" pitchFamily="18" charset="0"/>
                        <a:cs typeface="Times New Roman" panose="02020603050405020304" pitchFamily="18" charset="0"/>
                      </a:endParaRPr>
                    </a:p>
                  </a:txBody>
                  <a:tcPr/>
                </a:tc>
                <a:tc>
                  <a:txBody>
                    <a:bodyPr/>
                    <a:lstStyle/>
                    <a:p>
                      <a:r>
                        <a:rPr lang="en-US" sz="2000" b="0" dirty="0">
                          <a:latin typeface="Times New Roman" panose="02020603050405020304" pitchFamily="18" charset="0"/>
                          <a:cs typeface="Times New Roman" panose="02020603050405020304" pitchFamily="18" charset="0"/>
                        </a:rPr>
                        <a:t>Ryzen 3, dual core</a:t>
                      </a:r>
                    </a:p>
                  </a:txBody>
                  <a:tcPr/>
                </a:tc>
                <a:extLst>
                  <a:ext uri="{0D108BD9-81ED-4DB2-BD59-A6C34878D82A}">
                    <a16:rowId xmlns:a16="http://schemas.microsoft.com/office/drawing/2014/main" val="1858270498"/>
                  </a:ext>
                </a:extLst>
              </a:tr>
              <a:tr h="822632">
                <a:tc>
                  <a:txBody>
                    <a:bodyPr/>
                    <a:lstStyle/>
                    <a:p>
                      <a:r>
                        <a:rPr lang="en-US" sz="2000" b="0" dirty="0">
                          <a:latin typeface="Times New Roman" panose="02020603050405020304" pitchFamily="18" charset="0"/>
                          <a:cs typeface="Times New Roman" panose="02020603050405020304" pitchFamily="18" charset="0"/>
                        </a:rPr>
                        <a:t>RAM</a:t>
                      </a:r>
                      <a:endParaRPr lang="en-IN" sz="2000" b="0" dirty="0">
                        <a:latin typeface="Times New Roman" panose="02020603050405020304" pitchFamily="18" charset="0"/>
                        <a:cs typeface="Times New Roman" panose="02020603050405020304" pitchFamily="18" charset="0"/>
                      </a:endParaRPr>
                    </a:p>
                  </a:txBody>
                  <a:tcPr/>
                </a:tc>
                <a:tc>
                  <a:txBody>
                    <a:bodyPr/>
                    <a:lstStyle/>
                    <a:p>
                      <a:r>
                        <a:rPr lang="en-US" sz="2000" b="0" dirty="0">
                          <a:latin typeface="Times New Roman" panose="02020603050405020304" pitchFamily="18" charset="0"/>
                          <a:cs typeface="Times New Roman" panose="02020603050405020304" pitchFamily="18" charset="0"/>
                        </a:rPr>
                        <a:t>128mb</a:t>
                      </a:r>
                      <a:endParaRPr lang="en-IN" sz="20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50047919"/>
                  </a:ext>
                </a:extLst>
              </a:tr>
              <a:tr h="822632">
                <a:tc>
                  <a:txBody>
                    <a:bodyPr/>
                    <a:lstStyle/>
                    <a:p>
                      <a:r>
                        <a:rPr lang="en-US" sz="2000" b="0" dirty="0">
                          <a:latin typeface="Times New Roman" panose="02020603050405020304" pitchFamily="18" charset="0"/>
                          <a:cs typeface="Times New Roman" panose="02020603050405020304" pitchFamily="18" charset="0"/>
                        </a:rPr>
                        <a:t>Hard disk</a:t>
                      </a:r>
                      <a:endParaRPr lang="en-IN" sz="2000" b="0" dirty="0">
                        <a:latin typeface="Times New Roman" panose="02020603050405020304" pitchFamily="18" charset="0"/>
                        <a:cs typeface="Times New Roman" panose="02020603050405020304" pitchFamily="18" charset="0"/>
                      </a:endParaRPr>
                    </a:p>
                  </a:txBody>
                  <a:tcPr/>
                </a:tc>
                <a:tc>
                  <a:txBody>
                    <a:bodyPr/>
                    <a:lstStyle/>
                    <a:p>
                      <a:r>
                        <a:rPr lang="en-US" sz="2000" b="0" dirty="0">
                          <a:latin typeface="Times New Roman" panose="02020603050405020304" pitchFamily="18" charset="0"/>
                          <a:cs typeface="Times New Roman" panose="02020603050405020304" pitchFamily="18" charset="0"/>
                        </a:rPr>
                        <a:t>20GB</a:t>
                      </a:r>
                      <a:endParaRPr lang="en-IN" sz="20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2463715"/>
                  </a:ext>
                </a:extLst>
              </a:tr>
              <a:tr h="822632">
                <a:tc>
                  <a:txBody>
                    <a:bodyPr/>
                    <a:lstStyle/>
                    <a:p>
                      <a:r>
                        <a:rPr lang="en-US" sz="2000" b="0" dirty="0">
                          <a:latin typeface="Times New Roman" panose="02020603050405020304" pitchFamily="18" charset="0"/>
                          <a:cs typeface="Times New Roman" panose="02020603050405020304" pitchFamily="18" charset="0"/>
                        </a:rPr>
                        <a:t>Monitor</a:t>
                      </a:r>
                      <a:endParaRPr lang="en-IN" sz="2000" b="0" dirty="0">
                        <a:latin typeface="Times New Roman" panose="02020603050405020304" pitchFamily="18" charset="0"/>
                        <a:cs typeface="Times New Roman" panose="02020603050405020304" pitchFamily="18" charset="0"/>
                      </a:endParaRPr>
                    </a:p>
                  </a:txBody>
                  <a:tcPr/>
                </a:tc>
                <a:tc>
                  <a:txBody>
                    <a:bodyPr/>
                    <a:lstStyle/>
                    <a:p>
                      <a:r>
                        <a:rPr lang="en-US" sz="2000" b="0" dirty="0">
                          <a:latin typeface="Times New Roman" panose="02020603050405020304" pitchFamily="18" charset="0"/>
                          <a:cs typeface="Times New Roman" panose="02020603050405020304" pitchFamily="18" charset="0"/>
                        </a:rPr>
                        <a:t>LED</a:t>
                      </a:r>
                      <a:endParaRPr lang="en-IN" sz="20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60911034"/>
                  </a:ext>
                </a:extLst>
              </a:tr>
              <a:tr h="822632">
                <a:tc>
                  <a:txBody>
                    <a:bodyPr/>
                    <a:lstStyle/>
                    <a:p>
                      <a:r>
                        <a:rPr lang="en-US" sz="2000" b="0" dirty="0">
                          <a:latin typeface="Times New Roman" panose="02020603050405020304" pitchFamily="18" charset="0"/>
                          <a:cs typeface="Times New Roman" panose="02020603050405020304" pitchFamily="18" charset="0"/>
                        </a:rPr>
                        <a:t>Keyboard </a:t>
                      </a:r>
                      <a:endParaRPr lang="en-IN" sz="2000" b="0" dirty="0">
                        <a:latin typeface="Times New Roman" panose="02020603050405020304" pitchFamily="18" charset="0"/>
                        <a:cs typeface="Times New Roman" panose="02020603050405020304" pitchFamily="18" charset="0"/>
                      </a:endParaRPr>
                    </a:p>
                  </a:txBody>
                  <a:tcPr/>
                </a:tc>
                <a:tc>
                  <a:txBody>
                    <a:bodyPr/>
                    <a:lstStyle/>
                    <a:p>
                      <a:r>
                        <a:rPr lang="en-US" sz="2000" b="0" dirty="0">
                          <a:latin typeface="Times New Roman" panose="02020603050405020304" pitchFamily="18" charset="0"/>
                          <a:cs typeface="Times New Roman" panose="02020603050405020304" pitchFamily="18" charset="0"/>
                        </a:rPr>
                        <a:t>122</a:t>
                      </a:r>
                      <a:endParaRPr lang="en-IN" sz="20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68708627"/>
                  </a:ext>
                </a:extLst>
              </a:tr>
            </a:tbl>
          </a:graphicData>
        </a:graphic>
      </p:graphicFrame>
    </p:spTree>
    <p:extLst>
      <p:ext uri="{BB962C8B-B14F-4D97-AF65-F5344CB8AC3E}">
        <p14:creationId xmlns:p14="http://schemas.microsoft.com/office/powerpoint/2010/main" val="1159009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94CB2CF-E90F-7ADA-F4CB-9CE7CF5CBDD2}"/>
              </a:ext>
            </a:extLst>
          </p:cNvPr>
          <p:cNvGraphicFramePr>
            <a:graphicFrameLocks noGrp="1"/>
          </p:cNvGraphicFramePr>
          <p:nvPr>
            <p:ph idx="1"/>
            <p:extLst>
              <p:ext uri="{D42A27DB-BD31-4B8C-83A1-F6EECF244321}">
                <p14:modId xmlns:p14="http://schemas.microsoft.com/office/powerpoint/2010/main" val="2182289353"/>
              </p:ext>
            </p:extLst>
          </p:nvPr>
        </p:nvGraphicFramePr>
        <p:xfrm>
          <a:off x="721406" y="1048659"/>
          <a:ext cx="8596312" cy="5037662"/>
        </p:xfrm>
        <a:graphic>
          <a:graphicData uri="http://schemas.openxmlformats.org/drawingml/2006/table">
            <a:tbl>
              <a:tblPr firstRow="1" bandRow="1">
                <a:tableStyleId>{5C22544A-7EE6-4342-B048-85BDC9FD1C3A}</a:tableStyleId>
              </a:tblPr>
              <a:tblGrid>
                <a:gridCol w="4298156">
                  <a:extLst>
                    <a:ext uri="{9D8B030D-6E8A-4147-A177-3AD203B41FA5}">
                      <a16:colId xmlns:a16="http://schemas.microsoft.com/office/drawing/2014/main" val="224912543"/>
                    </a:ext>
                  </a:extLst>
                </a:gridCol>
                <a:gridCol w="4298156">
                  <a:extLst>
                    <a:ext uri="{9D8B030D-6E8A-4147-A177-3AD203B41FA5}">
                      <a16:colId xmlns:a16="http://schemas.microsoft.com/office/drawing/2014/main" val="1559099861"/>
                    </a:ext>
                  </a:extLst>
                </a:gridCol>
              </a:tblGrid>
              <a:tr h="1070427">
                <a:tc>
                  <a:txBody>
                    <a:bodyPr/>
                    <a:lstStyle/>
                    <a:p>
                      <a:pPr marL="67945" algn="l">
                        <a:spcBef>
                          <a:spcPts val="30"/>
                        </a:spcBef>
                      </a:pPr>
                      <a:r>
                        <a:rPr lang="en-US" sz="2000" dirty="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Name</a:t>
                      </a:r>
                      <a:r>
                        <a:rPr lang="en-US" sz="2000" spc="-20" dirty="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2000" spc="-5" dirty="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the </a:t>
                      </a:r>
                      <a:r>
                        <a:rPr lang="en-US" sz="2000" spc="-10" dirty="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component</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68605" algn="l">
                        <a:spcBef>
                          <a:spcPts val="30"/>
                        </a:spcBef>
                      </a:pPr>
                      <a:r>
                        <a:rPr lang="en-US" sz="2000" spc="-10" dirty="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Specification</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267386719"/>
                  </a:ext>
                </a:extLst>
              </a:tr>
              <a:tr h="793447">
                <a:tc>
                  <a:txBody>
                    <a:bodyPr/>
                    <a:lstStyle/>
                    <a:p>
                      <a:pPr marL="67945" algn="ctr">
                        <a:lnSpc>
                          <a:spcPts val="1505"/>
                        </a:lnSpc>
                      </a:pPr>
                      <a:r>
                        <a:rPr lang="en-US" sz="2000" b="1"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Language</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59080" algn="ctr">
                        <a:lnSpc>
                          <a:spcPts val="1505"/>
                        </a:lnSpc>
                      </a:pPr>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Html,</a:t>
                      </a:r>
                      <a:r>
                        <a:rPr lang="en-US" sz="2000" b="1" spc="-2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CSS,</a:t>
                      </a:r>
                      <a:r>
                        <a:rPr lang="en-US" sz="2000" b="1" spc="-3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JAVA</a:t>
                      </a:r>
                      <a:r>
                        <a:rPr lang="en-US" sz="2000" b="1" spc="-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script</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868419614"/>
                  </a:ext>
                </a:extLst>
              </a:tr>
              <a:tr h="793447">
                <a:tc>
                  <a:txBody>
                    <a:bodyPr/>
                    <a:lstStyle/>
                    <a:p>
                      <a:pPr marL="67945" algn="ctr">
                        <a:lnSpc>
                          <a:spcPts val="1520"/>
                        </a:lnSpc>
                      </a:pPr>
                      <a:r>
                        <a:rPr lang="en-US" sz="2000" b="1" spc="-10">
                          <a:effectLst/>
                          <a:latin typeface="Times New Roman" panose="02020603050405020304" pitchFamily="18" charset="0"/>
                          <a:ea typeface="Times New Roman" panose="02020603050405020304" pitchFamily="18" charset="0"/>
                          <a:cs typeface="Times New Roman" panose="02020603050405020304" pitchFamily="18" charset="0"/>
                        </a:rPr>
                        <a:t>Database</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59080" algn="ctr">
                        <a:lnSpc>
                          <a:spcPts val="1520"/>
                        </a:lnSpc>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MYSQL</a:t>
                      </a:r>
                      <a:r>
                        <a:rPr lang="en-US" sz="2000" b="1" spc="-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spc="-10" dirty="0">
                          <a:effectLst/>
                          <a:latin typeface="Times New Roman" panose="02020603050405020304" pitchFamily="18" charset="0"/>
                          <a:ea typeface="Times New Roman" panose="02020603050405020304" pitchFamily="18" charset="0"/>
                          <a:cs typeface="Times New Roman" panose="02020603050405020304" pitchFamily="18" charset="0"/>
                        </a:rPr>
                        <a:t>server</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745013026"/>
                  </a:ext>
                </a:extLst>
              </a:tr>
              <a:tr h="793447">
                <a:tc>
                  <a:txBody>
                    <a:bodyPr/>
                    <a:lstStyle/>
                    <a:p>
                      <a:pPr marL="67945" algn="ctr">
                        <a:lnSpc>
                          <a:spcPts val="1505"/>
                        </a:lnSpc>
                      </a:pPr>
                      <a:r>
                        <a:rPr lang="en-US" sz="2000" b="1" spc="-1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Browser</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59080" algn="ctr">
                        <a:lnSpc>
                          <a:spcPts val="1505"/>
                        </a:lnSpc>
                      </a:pPr>
                      <a:r>
                        <a:rPr lang="en-US" sz="2000" b="1" spc="-1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Chrome</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592113058"/>
                  </a:ext>
                </a:extLst>
              </a:tr>
              <a:tr h="793447">
                <a:tc>
                  <a:txBody>
                    <a:bodyPr/>
                    <a:lstStyle/>
                    <a:p>
                      <a:pPr marL="67945" algn="ctr">
                        <a:lnSpc>
                          <a:spcPts val="1505"/>
                        </a:lnSpc>
                      </a:pP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Software</a:t>
                      </a:r>
                      <a:r>
                        <a:rPr lang="en-US" sz="2000" b="1" spc="-4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development</a:t>
                      </a:r>
                      <a:r>
                        <a:rPr lang="en-US" sz="2000" b="1" spc="-3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spc="-25">
                          <a:effectLst/>
                          <a:latin typeface="Times New Roman" panose="02020603050405020304" pitchFamily="18" charset="0"/>
                          <a:ea typeface="Times New Roman" panose="02020603050405020304" pitchFamily="18" charset="0"/>
                          <a:cs typeface="Times New Roman" panose="02020603050405020304" pitchFamily="18" charset="0"/>
                        </a:rPr>
                        <a:t>kit</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59080" algn="ctr">
                        <a:lnSpc>
                          <a:spcPts val="1505"/>
                        </a:lnSpc>
                      </a:pP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Java</a:t>
                      </a:r>
                      <a:r>
                        <a:rPr lang="en-US" sz="20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JDK</a:t>
                      </a:r>
                      <a:r>
                        <a:rPr lang="en-US" sz="2000" b="1" spc="-2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1.7</a:t>
                      </a:r>
                      <a:r>
                        <a:rPr lang="en-US" sz="2000" b="1" spc="-2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or</a:t>
                      </a:r>
                      <a:r>
                        <a:rPr lang="en-US" sz="20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spc="-20">
                          <a:effectLst/>
                          <a:latin typeface="Times New Roman" panose="02020603050405020304" pitchFamily="18" charset="0"/>
                          <a:ea typeface="Times New Roman" panose="02020603050405020304" pitchFamily="18" charset="0"/>
                          <a:cs typeface="Times New Roman" panose="02020603050405020304" pitchFamily="18" charset="0"/>
                        </a:rPr>
                        <a:t>Above</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232752930"/>
                  </a:ext>
                </a:extLst>
              </a:tr>
              <a:tr h="793447">
                <a:tc>
                  <a:txBody>
                    <a:bodyPr/>
                    <a:lstStyle/>
                    <a:p>
                      <a:pPr marL="67945" algn="ctr">
                        <a:lnSpc>
                          <a:spcPts val="1520"/>
                        </a:lnSpc>
                      </a:pPr>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Operating</a:t>
                      </a:r>
                      <a:r>
                        <a:rPr lang="en-US" sz="2000" b="1" spc="-2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system</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59080" algn="ctr">
                        <a:lnSpc>
                          <a:spcPts val="1520"/>
                        </a:lnSpc>
                      </a:pPr>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Windows</a:t>
                      </a:r>
                      <a:r>
                        <a:rPr lang="en-US" sz="2000" b="1" spc="-4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spc="-2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365803510"/>
                  </a:ext>
                </a:extLst>
              </a:tr>
            </a:tbl>
          </a:graphicData>
        </a:graphic>
      </p:graphicFrame>
    </p:spTree>
    <p:extLst>
      <p:ext uri="{BB962C8B-B14F-4D97-AF65-F5344CB8AC3E}">
        <p14:creationId xmlns:p14="http://schemas.microsoft.com/office/powerpoint/2010/main" val="2015213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FBBA-D29B-3182-32C7-29264FCBBF69}"/>
              </a:ext>
            </a:extLst>
          </p:cNvPr>
          <p:cNvSpPr>
            <a:spLocks noGrp="1"/>
          </p:cNvSpPr>
          <p:nvPr>
            <p:ph type="title"/>
          </p:nvPr>
        </p:nvSpPr>
        <p:spPr>
          <a:xfrm>
            <a:off x="778934" y="290286"/>
            <a:ext cx="8596668" cy="1440894"/>
          </a:xfrm>
        </p:spPr>
        <p:txBody>
          <a:bodyPr>
            <a:normAutofit fontScale="90000"/>
          </a:bodyPr>
          <a:lstStyle/>
          <a:p>
            <a:pPr marL="67945">
              <a:buNone/>
            </a:pPr>
            <a:r>
              <a:rPr lang="en-IN" dirty="0"/>
              <a:t>DFD</a:t>
            </a:r>
            <a:br>
              <a:rPr lang="en-IN" dirty="0"/>
            </a:br>
            <a:r>
              <a:rPr lang="en-US" sz="1800" b="1" spc="-10" dirty="0">
                <a:effectLst/>
                <a:latin typeface="Times New Roman" panose="02020603050405020304" pitchFamily="18" charset="0"/>
                <a:ea typeface="Times New Roman" panose="02020603050405020304" pitchFamily="18" charset="0"/>
              </a:rPr>
              <a:t> </a:t>
            </a:r>
            <a:br>
              <a:rPr lang="en-IN" sz="1800" dirty="0">
                <a:effectLst/>
                <a:latin typeface="Times New Roman" panose="02020603050405020304" pitchFamily="18" charset="0"/>
                <a:ea typeface="Times New Roman" panose="02020603050405020304" pitchFamily="18" charset="0"/>
              </a:rPr>
            </a:br>
            <a:r>
              <a:rPr lang="en-US" sz="2200" b="1" spc="-10" dirty="0">
                <a:effectLst/>
                <a:latin typeface="Times New Roman" panose="02020603050405020304" pitchFamily="18" charset="0"/>
                <a:ea typeface="Times New Roman" panose="02020603050405020304" pitchFamily="18" charset="0"/>
              </a:rPr>
              <a:t>Zero level diagram</a:t>
            </a:r>
            <a:br>
              <a:rPr lang="en-IN" sz="1800" dirty="0">
                <a:effectLst/>
                <a:latin typeface="Times New Roman" panose="02020603050405020304" pitchFamily="18" charset="0"/>
                <a:ea typeface="Times New Roman" panose="02020603050405020304" pitchFamily="18" charset="0"/>
              </a:rPr>
            </a:br>
            <a:endParaRPr lang="en-IN" dirty="0"/>
          </a:p>
        </p:txBody>
      </p:sp>
      <p:pic>
        <p:nvPicPr>
          <p:cNvPr id="8" name="Content Placeholder 7" descr="A diagram of a book resale">
            <a:extLst>
              <a:ext uri="{FF2B5EF4-FFF2-40B4-BE49-F238E27FC236}">
                <a16:creationId xmlns:a16="http://schemas.microsoft.com/office/drawing/2014/main" id="{802FDF21-0F8B-6C33-5CF9-A9318195360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04648" y="1731180"/>
            <a:ext cx="7575463" cy="4807506"/>
          </a:xfrm>
          <a:prstGeom prst="rect">
            <a:avLst/>
          </a:prstGeom>
          <a:noFill/>
          <a:ln>
            <a:noFill/>
          </a:ln>
        </p:spPr>
      </p:pic>
    </p:spTree>
    <p:extLst>
      <p:ext uri="{BB962C8B-B14F-4D97-AF65-F5344CB8AC3E}">
        <p14:creationId xmlns:p14="http://schemas.microsoft.com/office/powerpoint/2010/main" val="2830743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727E5-4D9E-3F46-4FE9-B045CC269846}"/>
              </a:ext>
            </a:extLst>
          </p:cNvPr>
          <p:cNvSpPr>
            <a:spLocks noGrp="1"/>
          </p:cNvSpPr>
          <p:nvPr>
            <p:ph type="title"/>
          </p:nvPr>
        </p:nvSpPr>
        <p:spPr/>
        <p:txBody>
          <a:bodyPr/>
          <a:lstStyle/>
          <a:p>
            <a:r>
              <a:rPr kumimoji="0" lang="en-US" altLang="en-US" sz="3200" b="1" i="0" u="none" strike="noStrike" cap="none" normalizeH="0" baseline="0" dirty="0">
                <a:ln>
                  <a:noFill/>
                </a:ln>
                <a:solidFill>
                  <a:schemeClr val="accent2">
                    <a:lumMod val="75000"/>
                  </a:schemeClr>
                </a:solidFill>
                <a:effectLst/>
                <a:latin typeface="Arial" panose="020B0604020202020204" pitchFamily="34" charset="0"/>
                <a:ea typeface="Times New Roman" panose="02020603050405020304" pitchFamily="18" charset="0"/>
              </a:rPr>
              <a:t>1-Level Data Flow Diagram</a:t>
            </a:r>
            <a:br>
              <a:rPr kumimoji="0" lang="en-US" altLang="en-US" sz="2800" b="0" i="0" u="none" strike="noStrike" cap="none" normalizeH="0" baseline="0" dirty="0">
                <a:ln>
                  <a:noFill/>
                </a:ln>
                <a:solidFill>
                  <a:schemeClr val="tx1"/>
                </a:solidFill>
                <a:effectLst/>
                <a:latin typeface="Arial" panose="020B0604020202020204" pitchFamily="34" charset="0"/>
              </a:rPr>
            </a:br>
            <a:endParaRPr lang="en-IN" dirty="0"/>
          </a:p>
        </p:txBody>
      </p:sp>
      <p:pic>
        <p:nvPicPr>
          <p:cNvPr id="1025" name="Picture 9">
            <a:extLst>
              <a:ext uri="{FF2B5EF4-FFF2-40B4-BE49-F238E27FC236}">
                <a16:creationId xmlns:a16="http://schemas.microsoft.com/office/drawing/2014/main" id="{4B29E660-B0AD-57C0-5CFA-0358847144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4363" y="1930400"/>
            <a:ext cx="8596668" cy="463879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92AD5D68-BF82-8AF0-51A1-45F6E0979C4D}"/>
              </a:ext>
            </a:extLst>
          </p:cNvPr>
          <p:cNvSpPr>
            <a:spLocks noChangeArrowheads="1"/>
          </p:cNvSpPr>
          <p:nvPr/>
        </p:nvSpPr>
        <p:spPr bwMode="auto">
          <a:xfrm>
            <a:off x="0" y="35718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08906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97EB-4118-32A0-A3AF-D034E40497DA}"/>
              </a:ext>
            </a:extLst>
          </p:cNvPr>
          <p:cNvSpPr>
            <a:spLocks noGrp="1"/>
          </p:cNvSpPr>
          <p:nvPr>
            <p:ph type="title"/>
          </p:nvPr>
        </p:nvSpPr>
        <p:spPr>
          <a:xfrm>
            <a:off x="677334" y="609600"/>
            <a:ext cx="8596668" cy="957942"/>
          </a:xfrm>
        </p:spPr>
        <p:txBody>
          <a:bodyPr>
            <a:normAutofit/>
          </a:bodyPr>
          <a:lstStyle/>
          <a:p>
            <a:r>
              <a:rPr lang="en-IN" sz="3200" dirty="0"/>
              <a:t>Entity Relationship Diagram</a:t>
            </a:r>
          </a:p>
        </p:txBody>
      </p:sp>
      <p:pic>
        <p:nvPicPr>
          <p:cNvPr id="6" name="Content Placeholder 5" descr="A diagram of a product&#10;&#10;AI-generated content may be incorrect.">
            <a:extLst>
              <a:ext uri="{FF2B5EF4-FFF2-40B4-BE49-F238E27FC236}">
                <a16:creationId xmlns:a16="http://schemas.microsoft.com/office/drawing/2014/main" id="{DDFA221C-1858-738C-7F5C-F7DC5A144E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84125" y="1567542"/>
            <a:ext cx="6183085" cy="5152572"/>
          </a:xfrm>
          <a:prstGeom prst="rect">
            <a:avLst/>
          </a:prstGeom>
        </p:spPr>
      </p:pic>
    </p:spTree>
    <p:extLst>
      <p:ext uri="{BB962C8B-B14F-4D97-AF65-F5344CB8AC3E}">
        <p14:creationId xmlns:p14="http://schemas.microsoft.com/office/powerpoint/2010/main" val="1668455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1C654-57AB-E342-6D6C-BCAEF82D3D16}"/>
              </a:ext>
            </a:extLst>
          </p:cNvPr>
          <p:cNvSpPr>
            <a:spLocks noGrp="1"/>
          </p:cNvSpPr>
          <p:nvPr>
            <p:ph type="title"/>
          </p:nvPr>
        </p:nvSpPr>
        <p:spPr>
          <a:xfrm>
            <a:off x="475455" y="201160"/>
            <a:ext cx="8596668" cy="1320800"/>
          </a:xfrm>
        </p:spPr>
        <p:txBody>
          <a:bodyPr>
            <a:normAutofit/>
          </a:bodyPr>
          <a:lstStyle/>
          <a:p>
            <a:r>
              <a:rPr lang="en-IN" sz="3200" dirty="0"/>
              <a:t>Output Screens</a:t>
            </a:r>
            <a:br>
              <a:rPr lang="en-IN" dirty="0"/>
            </a:br>
            <a:r>
              <a:rPr lang="en-IN" sz="2000" dirty="0"/>
              <a:t>Login Page</a:t>
            </a:r>
            <a:endParaRPr lang="en-IN" dirty="0"/>
          </a:p>
        </p:txBody>
      </p:sp>
      <p:pic>
        <p:nvPicPr>
          <p:cNvPr id="5" name="Content Placeholder 4" descr="A screenshot of a computer&#10;&#10;AI-generated content may be incorrect.">
            <a:extLst>
              <a:ext uri="{FF2B5EF4-FFF2-40B4-BE49-F238E27FC236}">
                <a16:creationId xmlns:a16="http://schemas.microsoft.com/office/drawing/2014/main" id="{1A3A8A8B-F5C5-B03E-B35A-0AFF25D38FA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1579" y="1382827"/>
            <a:ext cx="8735651" cy="4911406"/>
          </a:xfrm>
          <a:prstGeom prst="rect">
            <a:avLst/>
          </a:prstGeom>
          <a:noFill/>
          <a:ln>
            <a:noFill/>
          </a:ln>
        </p:spPr>
      </p:pic>
    </p:spTree>
    <p:extLst>
      <p:ext uri="{BB962C8B-B14F-4D97-AF65-F5344CB8AC3E}">
        <p14:creationId xmlns:p14="http://schemas.microsoft.com/office/powerpoint/2010/main" val="920854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BF40D-3B50-E134-B3A0-7967EA89F19E}"/>
              </a:ext>
            </a:extLst>
          </p:cNvPr>
          <p:cNvSpPr>
            <a:spLocks noGrp="1"/>
          </p:cNvSpPr>
          <p:nvPr>
            <p:ph type="title"/>
          </p:nvPr>
        </p:nvSpPr>
        <p:spPr>
          <a:xfrm>
            <a:off x="677334" y="609600"/>
            <a:ext cx="8596668" cy="856343"/>
          </a:xfrm>
        </p:spPr>
        <p:txBody>
          <a:bodyPr>
            <a:noAutofit/>
          </a:bodyPr>
          <a:lstStyle/>
          <a:p>
            <a:pPr>
              <a:spcBef>
                <a:spcPts val="530"/>
              </a:spcBef>
            </a:pPr>
            <a:r>
              <a:rPr lang="en-US" sz="3200" b="1" dirty="0">
                <a:effectLst/>
                <a:latin typeface="Times New Roman" panose="02020603050405020304" pitchFamily="18" charset="0"/>
                <a:ea typeface="Times New Roman" panose="02020603050405020304" pitchFamily="18" charset="0"/>
              </a:rPr>
              <a:t>REGISTRATION PAGE</a:t>
            </a:r>
            <a:endParaRPr lang="en-IN" sz="3200" dirty="0"/>
          </a:p>
        </p:txBody>
      </p:sp>
      <p:pic>
        <p:nvPicPr>
          <p:cNvPr id="4" name="Content Placeholder 3" descr="A screenshot of a computer&#10;&#10;AI-generated content may be incorrect.">
            <a:extLst>
              <a:ext uri="{FF2B5EF4-FFF2-40B4-BE49-F238E27FC236}">
                <a16:creationId xmlns:a16="http://schemas.microsoft.com/office/drawing/2014/main" id="{ADA14CD4-F4C2-305E-11E4-56A32520FBF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7863" y="1530786"/>
            <a:ext cx="8596312" cy="4833065"/>
          </a:xfrm>
          <a:prstGeom prst="rect">
            <a:avLst/>
          </a:prstGeom>
          <a:noFill/>
          <a:ln>
            <a:noFill/>
          </a:ln>
        </p:spPr>
      </p:pic>
    </p:spTree>
    <p:extLst>
      <p:ext uri="{BB962C8B-B14F-4D97-AF65-F5344CB8AC3E}">
        <p14:creationId xmlns:p14="http://schemas.microsoft.com/office/powerpoint/2010/main" val="3152405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F64C7-B417-CAA4-1CC3-575B6B368C01}"/>
              </a:ext>
            </a:extLst>
          </p:cNvPr>
          <p:cNvSpPr>
            <a:spLocks noGrp="1"/>
          </p:cNvSpPr>
          <p:nvPr>
            <p:ph type="title"/>
          </p:nvPr>
        </p:nvSpPr>
        <p:spPr>
          <a:xfrm>
            <a:off x="677334" y="609600"/>
            <a:ext cx="8596668" cy="740229"/>
          </a:xfrm>
        </p:spPr>
        <p:txBody>
          <a:bodyPr>
            <a:normAutofit fontScale="90000"/>
          </a:bodyPr>
          <a:lstStyle/>
          <a:p>
            <a:r>
              <a:rPr lang="en-US" b="1" dirty="0">
                <a:effectLst/>
                <a:latin typeface="Times New Roman" panose="02020603050405020304" pitchFamily="18" charset="0"/>
                <a:ea typeface="Times New Roman" panose="02020603050405020304" pitchFamily="18" charset="0"/>
              </a:rPr>
              <a:t>RESET PASSWORD PAGE</a:t>
            </a:r>
            <a:br>
              <a:rPr lang="en-IN" sz="1800" dirty="0">
                <a:effectLst/>
                <a:latin typeface="Times New Roman" panose="02020603050405020304" pitchFamily="18" charset="0"/>
                <a:ea typeface="Times New Roman" panose="02020603050405020304" pitchFamily="18" charset="0"/>
              </a:rPr>
            </a:br>
            <a:endParaRPr lang="en-IN" dirty="0"/>
          </a:p>
        </p:txBody>
      </p:sp>
      <p:pic>
        <p:nvPicPr>
          <p:cNvPr id="4" name="Content Placeholder 3" descr="A screenshot of a computer&#10;&#10;AI-generated content may be incorrect.">
            <a:extLst>
              <a:ext uri="{FF2B5EF4-FFF2-40B4-BE49-F238E27FC236}">
                <a16:creationId xmlns:a16="http://schemas.microsoft.com/office/drawing/2014/main" id="{197DCE27-FDB8-56BB-3B5C-3C6D9DEC171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02738" y="1349374"/>
            <a:ext cx="8346562" cy="4899025"/>
          </a:xfrm>
          <a:prstGeom prst="rect">
            <a:avLst/>
          </a:prstGeom>
          <a:noFill/>
          <a:ln>
            <a:noFill/>
          </a:ln>
        </p:spPr>
      </p:pic>
    </p:spTree>
    <p:extLst>
      <p:ext uri="{BB962C8B-B14F-4D97-AF65-F5344CB8AC3E}">
        <p14:creationId xmlns:p14="http://schemas.microsoft.com/office/powerpoint/2010/main" val="32367363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E8760-8FFA-3FC6-BF88-C6C930AA0320}"/>
              </a:ext>
            </a:extLst>
          </p:cNvPr>
          <p:cNvSpPr>
            <a:spLocks noGrp="1"/>
          </p:cNvSpPr>
          <p:nvPr>
            <p:ph type="title"/>
          </p:nvPr>
        </p:nvSpPr>
        <p:spPr>
          <a:xfrm>
            <a:off x="677334" y="609600"/>
            <a:ext cx="8596668" cy="682171"/>
          </a:xfrm>
        </p:spPr>
        <p:txBody>
          <a:bodyPr>
            <a:normAutofit fontScale="90000"/>
          </a:bodyPr>
          <a:lstStyle/>
          <a:p>
            <a:r>
              <a:rPr lang="en-IN" b="1" spc="-20" dirty="0">
                <a:effectLst/>
                <a:latin typeface="Times New Roman" panose="02020603050405020304" pitchFamily="18" charset="0"/>
                <a:ea typeface="Times New Roman" panose="02020603050405020304" pitchFamily="18" charset="0"/>
              </a:rPr>
              <a:t>HOME PAGE</a:t>
            </a:r>
            <a:br>
              <a:rPr lang="en-IN" sz="1800" dirty="0">
                <a:effectLst/>
                <a:latin typeface="Times New Roman" panose="02020603050405020304" pitchFamily="18" charset="0"/>
                <a:ea typeface="Times New Roman" panose="02020603050405020304" pitchFamily="18" charset="0"/>
              </a:rPr>
            </a:br>
            <a:endParaRPr lang="en-IN" dirty="0"/>
          </a:p>
        </p:txBody>
      </p:sp>
      <p:pic>
        <p:nvPicPr>
          <p:cNvPr id="4" name="Content Placeholder 3" descr="A screenshot of a computer&#10;&#10;AI-generated content may be incorrect.">
            <a:extLst>
              <a:ext uri="{FF2B5EF4-FFF2-40B4-BE49-F238E27FC236}">
                <a16:creationId xmlns:a16="http://schemas.microsoft.com/office/drawing/2014/main" id="{B6C6E5EF-ED24-6D50-27B7-9126FB6C846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34144" y="1421947"/>
            <a:ext cx="8855617" cy="4978854"/>
          </a:xfrm>
          <a:prstGeom prst="rect">
            <a:avLst/>
          </a:prstGeom>
          <a:noFill/>
          <a:ln>
            <a:noFill/>
          </a:ln>
        </p:spPr>
      </p:pic>
    </p:spTree>
    <p:extLst>
      <p:ext uri="{BB962C8B-B14F-4D97-AF65-F5344CB8AC3E}">
        <p14:creationId xmlns:p14="http://schemas.microsoft.com/office/powerpoint/2010/main" val="2575336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D7B47-B4C4-68A8-B986-ED6EE835D05D}"/>
              </a:ext>
            </a:extLst>
          </p:cNvPr>
          <p:cNvSpPr>
            <a:spLocks noGrp="1"/>
          </p:cNvSpPr>
          <p:nvPr>
            <p:ph type="title"/>
          </p:nvPr>
        </p:nvSpPr>
        <p:spPr>
          <a:xfrm>
            <a:off x="677334" y="609600"/>
            <a:ext cx="8596668" cy="566057"/>
          </a:xfrm>
        </p:spPr>
        <p:txBody>
          <a:bodyPr>
            <a:normAutofit fontScale="90000"/>
          </a:bodyPr>
          <a:lstStyle/>
          <a:p>
            <a:r>
              <a:rPr lang="en-IN" b="1" spc="-20" dirty="0">
                <a:latin typeface="Times New Roman" panose="02020603050405020304" pitchFamily="18" charset="0"/>
                <a:ea typeface="Times New Roman" panose="02020603050405020304" pitchFamily="18" charset="0"/>
              </a:rPr>
              <a:t>SEARCH PAGE</a:t>
            </a:r>
            <a:br>
              <a:rPr lang="en-IN" sz="1800" dirty="0">
                <a:effectLst/>
                <a:latin typeface="Times New Roman" panose="02020603050405020304" pitchFamily="18" charset="0"/>
                <a:ea typeface="Times New Roman" panose="02020603050405020304" pitchFamily="18" charset="0"/>
              </a:rPr>
            </a:br>
            <a:endParaRPr lang="en-IN" dirty="0"/>
          </a:p>
        </p:txBody>
      </p:sp>
      <p:pic>
        <p:nvPicPr>
          <p:cNvPr id="8" name="Content Placeholder 7">
            <a:extLst>
              <a:ext uri="{FF2B5EF4-FFF2-40B4-BE49-F238E27FC236}">
                <a16:creationId xmlns:a16="http://schemas.microsoft.com/office/drawing/2014/main" id="{B979B2B9-63BA-F2E3-1500-C6D1C8AE521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7334" y="1284227"/>
            <a:ext cx="8596668" cy="4833266"/>
          </a:xfrm>
          <a:prstGeom prst="rect">
            <a:avLst/>
          </a:prstGeom>
          <a:noFill/>
          <a:ln>
            <a:noFill/>
          </a:ln>
        </p:spPr>
      </p:pic>
    </p:spTree>
    <p:extLst>
      <p:ext uri="{BB962C8B-B14F-4D97-AF65-F5344CB8AC3E}">
        <p14:creationId xmlns:p14="http://schemas.microsoft.com/office/powerpoint/2010/main" val="2798543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0328C-5F93-0335-3E77-B3CB189E8631}"/>
              </a:ext>
            </a:extLst>
          </p:cNvPr>
          <p:cNvSpPr>
            <a:spLocks noGrp="1"/>
          </p:cNvSpPr>
          <p:nvPr>
            <p:ph type="title"/>
          </p:nvPr>
        </p:nvSpPr>
        <p:spPr>
          <a:xfrm>
            <a:off x="677334" y="609600"/>
            <a:ext cx="8596668" cy="957943"/>
          </a:xfrm>
        </p:spPr>
        <p:txBody>
          <a:bodyPr>
            <a:normAutofit fontScale="90000"/>
          </a:bodyPr>
          <a:lstStyle/>
          <a:p>
            <a:r>
              <a:rPr lang="en-US" b="1" dirty="0">
                <a:effectLst/>
                <a:latin typeface="Times New Roman" panose="02020603050405020304" pitchFamily="18" charset="0"/>
                <a:ea typeface="Times New Roman" panose="02020603050405020304" pitchFamily="18" charset="0"/>
              </a:rPr>
              <a:t>CONTACT PAGE</a:t>
            </a:r>
            <a:br>
              <a:rPr lang="en-IN" sz="1800" dirty="0">
                <a:effectLst/>
                <a:latin typeface="Times New Roman" panose="02020603050405020304" pitchFamily="18" charset="0"/>
                <a:ea typeface="Times New Roman" panose="02020603050405020304" pitchFamily="18" charset="0"/>
              </a:rPr>
            </a:br>
            <a:endParaRPr lang="en-IN" dirty="0"/>
          </a:p>
        </p:txBody>
      </p:sp>
      <p:pic>
        <p:nvPicPr>
          <p:cNvPr id="4" name="Content Placeholder 3">
            <a:extLst>
              <a:ext uri="{FF2B5EF4-FFF2-40B4-BE49-F238E27FC236}">
                <a16:creationId xmlns:a16="http://schemas.microsoft.com/office/drawing/2014/main" id="{2921C09E-0487-EBD5-DD31-9FDE0871406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7334" y="1488281"/>
            <a:ext cx="8466566" cy="4760119"/>
          </a:xfrm>
          <a:prstGeom prst="rect">
            <a:avLst/>
          </a:prstGeom>
          <a:noFill/>
          <a:ln>
            <a:noFill/>
          </a:ln>
        </p:spPr>
      </p:pic>
    </p:spTree>
    <p:extLst>
      <p:ext uri="{BB962C8B-B14F-4D97-AF65-F5344CB8AC3E}">
        <p14:creationId xmlns:p14="http://schemas.microsoft.com/office/powerpoint/2010/main" val="3799626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85F52-1CF0-7FA4-6DEB-0472B5FE6800}"/>
              </a:ext>
            </a:extLst>
          </p:cNvPr>
          <p:cNvSpPr>
            <a:spLocks noGrp="1"/>
          </p:cNvSpPr>
          <p:nvPr>
            <p:ph type="title"/>
          </p:nvPr>
        </p:nvSpPr>
        <p:spPr>
          <a:xfrm>
            <a:off x="677334" y="609600"/>
            <a:ext cx="8596668" cy="783771"/>
          </a:xfrm>
        </p:spPr>
        <p:txBody>
          <a:bodyPr>
            <a:noAutofit/>
          </a:bodyPr>
          <a:lstStyle/>
          <a:p>
            <a:r>
              <a:rPr lang="en-US" sz="3200" b="1" dirty="0">
                <a:effectLst/>
                <a:latin typeface="Times New Roman" panose="02020603050405020304" pitchFamily="18" charset="0"/>
                <a:ea typeface="Times New Roman" panose="02020603050405020304" pitchFamily="18" charset="0"/>
              </a:rPr>
              <a:t>SHOPPING CART</a:t>
            </a:r>
            <a:br>
              <a:rPr lang="en-IN" sz="2000" dirty="0">
                <a:effectLst/>
                <a:latin typeface="Times New Roman" panose="02020603050405020304" pitchFamily="18" charset="0"/>
                <a:ea typeface="Times New Roman" panose="02020603050405020304" pitchFamily="18" charset="0"/>
              </a:rPr>
            </a:br>
            <a:endParaRPr lang="en-IN" sz="4000" dirty="0"/>
          </a:p>
        </p:txBody>
      </p:sp>
      <p:pic>
        <p:nvPicPr>
          <p:cNvPr id="6" name="Content Placeholder 5">
            <a:extLst>
              <a:ext uri="{FF2B5EF4-FFF2-40B4-BE49-F238E27FC236}">
                <a16:creationId xmlns:a16="http://schemas.microsoft.com/office/drawing/2014/main" id="{25803FF5-D5A0-8781-04DA-B4EA7DC3AE1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7334" y="1488281"/>
            <a:ext cx="8466565" cy="4760119"/>
          </a:xfrm>
          <a:prstGeom prst="rect">
            <a:avLst/>
          </a:prstGeom>
          <a:noFill/>
          <a:ln>
            <a:noFill/>
          </a:ln>
        </p:spPr>
      </p:pic>
    </p:spTree>
    <p:extLst>
      <p:ext uri="{BB962C8B-B14F-4D97-AF65-F5344CB8AC3E}">
        <p14:creationId xmlns:p14="http://schemas.microsoft.com/office/powerpoint/2010/main" val="8990075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6D906-80DD-88B8-9A12-E3803EE7B6CF}"/>
              </a:ext>
            </a:extLst>
          </p:cNvPr>
          <p:cNvSpPr>
            <a:spLocks noGrp="1"/>
          </p:cNvSpPr>
          <p:nvPr>
            <p:ph type="title"/>
          </p:nvPr>
        </p:nvSpPr>
        <p:spPr>
          <a:xfrm>
            <a:off x="677334" y="609600"/>
            <a:ext cx="8596668" cy="1045029"/>
          </a:xfrm>
        </p:spPr>
        <p:txBody>
          <a:bodyPr>
            <a:normAutofit/>
          </a:bodyPr>
          <a:lstStyle/>
          <a:p>
            <a:r>
              <a:rPr lang="en-US" sz="3200" b="1" dirty="0">
                <a:latin typeface="Times New Roman" panose="02020603050405020304" pitchFamily="18" charset="0"/>
                <a:cs typeface="Times New Roman" panose="02020603050405020304" pitchFamily="18" charset="0"/>
              </a:rPr>
              <a:t>User Profile</a:t>
            </a:r>
            <a:endParaRPr lang="en-IN" sz="3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03F58C0-FE89-480A-98A3-4BA042127B5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77335" y="1654630"/>
            <a:ext cx="8596668" cy="4723130"/>
          </a:xfrm>
          <a:prstGeom prst="rect">
            <a:avLst/>
          </a:prstGeom>
          <a:noFill/>
          <a:ln>
            <a:noFill/>
          </a:ln>
        </p:spPr>
      </p:pic>
    </p:spTree>
    <p:extLst>
      <p:ext uri="{BB962C8B-B14F-4D97-AF65-F5344CB8AC3E}">
        <p14:creationId xmlns:p14="http://schemas.microsoft.com/office/powerpoint/2010/main" val="2196212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5D5D4-23DF-BB5A-4A89-A17D3A18B947}"/>
              </a:ext>
            </a:extLst>
          </p:cNvPr>
          <p:cNvSpPr>
            <a:spLocks noGrp="1"/>
          </p:cNvSpPr>
          <p:nvPr>
            <p:ph type="title"/>
          </p:nvPr>
        </p:nvSpPr>
        <p:spPr>
          <a:xfrm>
            <a:off x="677334" y="609600"/>
            <a:ext cx="8596668" cy="1001486"/>
          </a:xfrm>
        </p:spPr>
        <p:txBody>
          <a:bodyPr>
            <a:normAutofit/>
          </a:bodyPr>
          <a:lstStyle/>
          <a:p>
            <a:r>
              <a:rPr lang="en-US" sz="3200" b="1" dirty="0"/>
              <a:t>Check Out</a:t>
            </a:r>
            <a:endParaRPr lang="en-IN" sz="3200" b="1" dirty="0"/>
          </a:p>
        </p:txBody>
      </p:sp>
      <p:pic>
        <p:nvPicPr>
          <p:cNvPr id="4" name="Picture 3">
            <a:extLst>
              <a:ext uri="{FF2B5EF4-FFF2-40B4-BE49-F238E27FC236}">
                <a16:creationId xmlns:a16="http://schemas.microsoft.com/office/drawing/2014/main" id="{F9F0BFB2-49EC-D0EC-6351-48E6AAE8006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32979" y="1611087"/>
            <a:ext cx="8743249" cy="4905828"/>
          </a:xfrm>
          <a:prstGeom prst="rect">
            <a:avLst/>
          </a:prstGeom>
          <a:noFill/>
          <a:ln>
            <a:noFill/>
          </a:ln>
        </p:spPr>
      </p:pic>
    </p:spTree>
    <p:extLst>
      <p:ext uri="{BB962C8B-B14F-4D97-AF65-F5344CB8AC3E}">
        <p14:creationId xmlns:p14="http://schemas.microsoft.com/office/powerpoint/2010/main" val="3571673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E124E-A2B1-D18C-AF81-7ABFD146B49D}"/>
              </a:ext>
            </a:extLst>
          </p:cNvPr>
          <p:cNvSpPr>
            <a:spLocks noGrp="1"/>
          </p:cNvSpPr>
          <p:nvPr>
            <p:ph type="title"/>
          </p:nvPr>
        </p:nvSpPr>
        <p:spPr>
          <a:xfrm>
            <a:off x="677334" y="609600"/>
            <a:ext cx="8596668" cy="1117601"/>
          </a:xfrm>
        </p:spPr>
        <p:txBody>
          <a:bodyPr>
            <a:normAutofit/>
          </a:bodyPr>
          <a:lstStyle/>
          <a:p>
            <a:r>
              <a:rPr lang="en-US" sz="3200" b="1" dirty="0">
                <a:effectLst/>
                <a:latin typeface="Times New Roman" panose="02020603050405020304" pitchFamily="18" charset="0"/>
                <a:ea typeface="Times New Roman" panose="02020603050405020304" pitchFamily="18" charset="0"/>
              </a:rPr>
              <a:t>Conclusion:</a:t>
            </a:r>
            <a:endParaRPr lang="en-IN" sz="3200" dirty="0"/>
          </a:p>
        </p:txBody>
      </p:sp>
      <p:sp>
        <p:nvSpPr>
          <p:cNvPr id="3" name="Content Placeholder 2">
            <a:extLst>
              <a:ext uri="{FF2B5EF4-FFF2-40B4-BE49-F238E27FC236}">
                <a16:creationId xmlns:a16="http://schemas.microsoft.com/office/drawing/2014/main" id="{AE1AA28B-FC36-6AE2-546F-A85478A694D0}"/>
              </a:ext>
            </a:extLst>
          </p:cNvPr>
          <p:cNvSpPr>
            <a:spLocks noGrp="1"/>
          </p:cNvSpPr>
          <p:nvPr>
            <p:ph idx="1"/>
          </p:nvPr>
        </p:nvSpPr>
        <p:spPr>
          <a:xfrm>
            <a:off x="677334" y="1727201"/>
            <a:ext cx="8596668" cy="4314162"/>
          </a:xfrm>
        </p:spPr>
        <p:txBody>
          <a:bodyPr/>
          <a:lstStyle/>
          <a:p>
            <a:pPr algn="just">
              <a:tabLst>
                <a:tab pos="1885950" algn="l"/>
              </a:tabLst>
            </a:pPr>
            <a:r>
              <a:rPr lang="en-US" sz="2000" b="1" dirty="0">
                <a:effectLst/>
                <a:latin typeface="Times New Roman" panose="02020603050405020304" pitchFamily="18" charset="0"/>
                <a:ea typeface="Times New Roman" panose="02020603050405020304" pitchFamily="18" charset="0"/>
              </a:rPr>
              <a:t>Conclusion</a:t>
            </a:r>
            <a:r>
              <a:rPr lang="en-US" sz="2000" dirty="0">
                <a:effectLst/>
                <a:latin typeface="Times New Roman" panose="02020603050405020304" pitchFamily="18" charset="0"/>
                <a:ea typeface="Times New Roman" panose="02020603050405020304" pitchFamily="18" charset="0"/>
              </a:rPr>
              <a:t>: The Book Resale project successfully created a platform that enables users to buy affordable price.</a:t>
            </a:r>
            <a:endParaRPr lang="en-IN" sz="2000" dirty="0">
              <a:effectLst/>
              <a:latin typeface="Times New Roman" panose="02020603050405020304" pitchFamily="18" charset="0"/>
              <a:ea typeface="Times New Roman" panose="02020603050405020304" pitchFamily="18" charset="0"/>
            </a:endParaRPr>
          </a:p>
          <a:p>
            <a:pPr algn="just">
              <a:tabLst>
                <a:tab pos="1885950" algn="l"/>
              </a:tabLst>
            </a:pPr>
            <a:r>
              <a:rPr lang="en-US" sz="2000" dirty="0">
                <a:effectLst/>
                <a:latin typeface="Times New Roman" panose="02020603050405020304" pitchFamily="18" charset="0"/>
                <a:ea typeface="Times New Roman" panose="02020603050405020304" pitchFamily="18" charset="0"/>
              </a:rPr>
              <a:t>second-hand books with ease. Through the use of web technologies like HTML, CSS, JavaScript, PHP,</a:t>
            </a:r>
            <a:endParaRPr lang="en-IN" sz="2000" dirty="0">
              <a:effectLst/>
              <a:latin typeface="Times New Roman" panose="02020603050405020304" pitchFamily="18" charset="0"/>
              <a:ea typeface="Times New Roman" panose="02020603050405020304" pitchFamily="18" charset="0"/>
            </a:endParaRPr>
          </a:p>
          <a:p>
            <a:pPr algn="just">
              <a:tabLst>
                <a:tab pos="1885950" algn="l"/>
              </a:tabLst>
            </a:pPr>
            <a:r>
              <a:rPr lang="en-US" sz="2000" dirty="0">
                <a:effectLst/>
                <a:latin typeface="Times New Roman" panose="02020603050405020304" pitchFamily="18" charset="0"/>
                <a:ea typeface="Times New Roman" panose="02020603050405020304" pitchFamily="18" charset="0"/>
              </a:rPr>
              <a:t>and MySQL, the project provided a secure and user-friendly environment for listing books, browsing</a:t>
            </a:r>
            <a:endParaRPr lang="en-IN" sz="2000" dirty="0">
              <a:effectLst/>
              <a:latin typeface="Times New Roman" panose="02020603050405020304" pitchFamily="18" charset="0"/>
              <a:ea typeface="Times New Roman" panose="02020603050405020304" pitchFamily="18" charset="0"/>
            </a:endParaRPr>
          </a:p>
          <a:p>
            <a:pPr algn="just">
              <a:tabLst>
                <a:tab pos="1885950" algn="l"/>
              </a:tabLst>
            </a:pPr>
            <a:r>
              <a:rPr lang="en-US" sz="2000" dirty="0">
                <a:effectLst/>
                <a:latin typeface="Times New Roman" panose="02020603050405020304" pitchFamily="18" charset="0"/>
                <a:ea typeface="Times New Roman" panose="02020603050405020304" pitchFamily="18" charset="0"/>
              </a:rPr>
              <a:t>options, and managing transactions. The project not only enhanced my web development skills but also</a:t>
            </a:r>
            <a:endParaRPr lang="en-IN" sz="2000" dirty="0">
              <a:effectLst/>
              <a:latin typeface="Times New Roman" panose="02020603050405020304" pitchFamily="18" charset="0"/>
              <a:ea typeface="Times New Roman" panose="02020603050405020304" pitchFamily="18" charset="0"/>
            </a:endParaRPr>
          </a:p>
          <a:p>
            <a:pPr algn="just">
              <a:tabLst>
                <a:tab pos="1885950" algn="l"/>
              </a:tabLst>
            </a:pPr>
            <a:r>
              <a:rPr lang="en-US" sz="2000" dirty="0">
                <a:effectLst/>
                <a:latin typeface="Times New Roman" panose="02020603050405020304" pitchFamily="18" charset="0"/>
                <a:ea typeface="Times New Roman" panose="02020603050405020304" pitchFamily="18" charset="0"/>
              </a:rPr>
              <a:t>provided valuable insights into the practical aspects of e-commerce and database management.</a:t>
            </a:r>
            <a:endParaRPr lang="en-IN" sz="20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30943910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33CE4-E1F6-842D-3969-8D3FCC62A5B8}"/>
              </a:ext>
            </a:extLst>
          </p:cNvPr>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Bibliography &amp;Web reference</a:t>
            </a:r>
          </a:p>
        </p:txBody>
      </p:sp>
      <p:sp>
        <p:nvSpPr>
          <p:cNvPr id="3" name="Content Placeholder 2">
            <a:extLst>
              <a:ext uri="{FF2B5EF4-FFF2-40B4-BE49-F238E27FC236}">
                <a16:creationId xmlns:a16="http://schemas.microsoft.com/office/drawing/2014/main" id="{B5F9A555-6E30-80BB-FC64-F33E8FB3CD9E}"/>
              </a:ext>
            </a:extLst>
          </p:cNvPr>
          <p:cNvSpPr>
            <a:spLocks noGrp="1"/>
          </p:cNvSpPr>
          <p:nvPr>
            <p:ph idx="1"/>
          </p:nvPr>
        </p:nvSpPr>
        <p:spPr>
          <a:xfrm>
            <a:off x="677334" y="2066246"/>
            <a:ext cx="9685866" cy="4791754"/>
          </a:xfrm>
        </p:spPr>
        <p:txBody>
          <a:bodyPr>
            <a:normAutofit fontScale="25000" lnSpcReduction="20000"/>
          </a:bodyPr>
          <a:lstStyle/>
          <a:p>
            <a:pPr marL="342900" lvl="0" indent="-342900" algn="just">
              <a:buSzPts val="1000"/>
              <a:buFont typeface="Symbol" panose="05050102010706020507" pitchFamily="18" charset="2"/>
              <a:buChar char=""/>
              <a:tabLst>
                <a:tab pos="457200" algn="l"/>
                <a:tab pos="1885950" algn="l"/>
              </a:tabLst>
            </a:pPr>
            <a:r>
              <a:rPr lang="en-US" sz="8000" b="1" dirty="0">
                <a:effectLst/>
                <a:latin typeface="Times New Roman" panose="02020603050405020304" pitchFamily="18" charset="0"/>
                <a:ea typeface="Times New Roman" panose="02020603050405020304" pitchFamily="18" charset="0"/>
              </a:rPr>
              <a:t>HTML and CSS: Design and Build Websites</a:t>
            </a:r>
            <a:r>
              <a:rPr lang="en-US" sz="8000" dirty="0">
                <a:effectLst/>
                <a:latin typeface="Times New Roman" panose="02020603050405020304" pitchFamily="18" charset="0"/>
                <a:ea typeface="Times New Roman" panose="02020603050405020304" pitchFamily="18" charset="0"/>
              </a:rPr>
              <a:t>-By Jon Docket</a:t>
            </a:r>
            <a:r>
              <a:rPr lang="en-IN" sz="8000" dirty="0">
                <a:effectLst/>
                <a:latin typeface="Times New Roman" panose="02020603050405020304" pitchFamily="18" charset="0"/>
                <a:ea typeface="Times New Roman" panose="02020603050405020304" pitchFamily="18" charset="0"/>
              </a:rPr>
              <a:t> </a:t>
            </a:r>
          </a:p>
          <a:p>
            <a:pPr marL="342900" lvl="0" indent="-342900" algn="just">
              <a:buSzPts val="1000"/>
              <a:buFont typeface="Symbol" panose="05050102010706020507" pitchFamily="18" charset="2"/>
              <a:buChar char=""/>
              <a:tabLst>
                <a:tab pos="457200" algn="l"/>
                <a:tab pos="1885950" algn="l"/>
              </a:tabLst>
            </a:pPr>
            <a:r>
              <a:rPr lang="en-US" sz="8000" b="1" dirty="0">
                <a:effectLst/>
                <a:latin typeface="Times New Roman" panose="02020603050405020304" pitchFamily="18" charset="0"/>
                <a:ea typeface="Times New Roman" panose="02020603050405020304" pitchFamily="18" charset="0"/>
              </a:rPr>
              <a:t>The Essential Guide to CSS and HTML Web Design (Essentials)-</a:t>
            </a:r>
            <a:r>
              <a:rPr lang="en-US" sz="8000" dirty="0">
                <a:effectLst/>
                <a:latin typeface="Times New Roman" panose="02020603050405020304" pitchFamily="18" charset="0"/>
                <a:ea typeface="Times New Roman" panose="02020603050405020304" pitchFamily="18" charset="0"/>
              </a:rPr>
              <a:t>By </a:t>
            </a:r>
            <a:r>
              <a:rPr lang="en-US" sz="8000" dirty="0" err="1">
                <a:effectLst/>
                <a:latin typeface="Times New Roman" panose="02020603050405020304" pitchFamily="18" charset="0"/>
                <a:ea typeface="Times New Roman" panose="02020603050405020304" pitchFamily="18" charset="0"/>
              </a:rPr>
              <a:t>CraigGrannel</a:t>
            </a:r>
            <a:r>
              <a:rPr lang="en-IN" sz="8000" b="1" dirty="0">
                <a:effectLst/>
                <a:latin typeface="Times New Roman" panose="02020603050405020304" pitchFamily="18" charset="0"/>
                <a:ea typeface="Times New Roman" panose="02020603050405020304" pitchFamily="18" charset="0"/>
              </a:rPr>
              <a:t> </a:t>
            </a:r>
            <a:endParaRPr lang="en-IN" sz="8000" dirty="0">
              <a:effectLst/>
              <a:latin typeface="Times New Roman" panose="02020603050405020304" pitchFamily="18" charset="0"/>
              <a:ea typeface="Times New Roman" panose="02020603050405020304" pitchFamily="18" charset="0"/>
            </a:endParaRPr>
          </a:p>
          <a:p>
            <a:pPr marL="342900" lvl="0" indent="-342900" algn="just">
              <a:buSzPts val="1000"/>
              <a:buFont typeface="Symbol" panose="05050102010706020507" pitchFamily="18" charset="2"/>
              <a:buChar char=""/>
              <a:tabLst>
                <a:tab pos="457200" algn="l"/>
                <a:tab pos="1885950" algn="l"/>
              </a:tabLst>
            </a:pPr>
            <a:r>
              <a:rPr lang="en-US" sz="8000" b="1" dirty="0">
                <a:effectLst/>
                <a:latin typeface="Times New Roman" panose="02020603050405020304" pitchFamily="18" charset="0"/>
                <a:ea typeface="Times New Roman" panose="02020603050405020304" pitchFamily="18" charset="0"/>
              </a:rPr>
              <a:t>Smashing CSS: Professional Techniques for Modern Layout</a:t>
            </a:r>
            <a:r>
              <a:rPr lang="en-US" sz="8000" dirty="0">
                <a:effectLst/>
                <a:latin typeface="Times New Roman" panose="02020603050405020304" pitchFamily="18" charset="0"/>
                <a:ea typeface="Times New Roman" panose="02020603050405020304" pitchFamily="18" charset="0"/>
              </a:rPr>
              <a:t>-By Eric Meyer</a:t>
            </a:r>
            <a:r>
              <a:rPr lang="en-IN" sz="8000" dirty="0">
                <a:effectLst/>
                <a:latin typeface="Times New Roman" panose="02020603050405020304" pitchFamily="18" charset="0"/>
                <a:ea typeface="Times New Roman" panose="02020603050405020304" pitchFamily="18" charset="0"/>
              </a:rPr>
              <a:t> </a:t>
            </a:r>
          </a:p>
          <a:p>
            <a:pPr marL="342900" lvl="0" indent="-342900" algn="just">
              <a:buSzPts val="1000"/>
              <a:buFont typeface="Symbol" panose="05050102010706020507" pitchFamily="18" charset="2"/>
              <a:buChar char=""/>
              <a:tabLst>
                <a:tab pos="457200" algn="l"/>
                <a:tab pos="1885950" algn="l"/>
              </a:tabLst>
            </a:pPr>
            <a:r>
              <a:rPr lang="en-US" sz="8000" b="1" dirty="0">
                <a:effectLst/>
                <a:latin typeface="Times New Roman" panose="02020603050405020304" pitchFamily="18" charset="0"/>
                <a:ea typeface="Times New Roman" panose="02020603050405020304" pitchFamily="18" charset="0"/>
              </a:rPr>
              <a:t>The Joy of PHP Programming: A Beginner’s Guide</a:t>
            </a:r>
            <a:r>
              <a:rPr lang="en-US" sz="8000" dirty="0">
                <a:effectLst/>
                <a:latin typeface="Times New Roman" panose="02020603050405020304" pitchFamily="18" charset="0"/>
                <a:ea typeface="Times New Roman" panose="02020603050405020304" pitchFamily="18" charset="0"/>
              </a:rPr>
              <a:t>-By Alan Forbes</a:t>
            </a:r>
            <a:r>
              <a:rPr lang="en-IN" sz="8000" dirty="0">
                <a:effectLst/>
                <a:latin typeface="Times New Roman" panose="02020603050405020304" pitchFamily="18" charset="0"/>
                <a:ea typeface="Times New Roman" panose="02020603050405020304" pitchFamily="18" charset="0"/>
              </a:rPr>
              <a:t> </a:t>
            </a:r>
          </a:p>
          <a:p>
            <a:pPr marL="342900" lvl="0" indent="-342900" algn="just">
              <a:buSzPts val="1000"/>
              <a:buFont typeface="Symbol" panose="05050102010706020507" pitchFamily="18" charset="2"/>
              <a:buChar char=""/>
              <a:tabLst>
                <a:tab pos="457200" algn="l"/>
                <a:tab pos="1885950" algn="l"/>
              </a:tabLst>
            </a:pPr>
            <a:r>
              <a:rPr lang="en-US" sz="8000" b="1" dirty="0">
                <a:effectLst/>
                <a:latin typeface="Times New Roman" panose="02020603050405020304" pitchFamily="18" charset="0"/>
                <a:ea typeface="Times New Roman" panose="02020603050405020304" pitchFamily="18" charset="0"/>
              </a:rPr>
              <a:t>The Complete Beginner’s Guide to Learn PHP Programming</a:t>
            </a:r>
            <a:r>
              <a:rPr lang="en-US" sz="8000" dirty="0">
                <a:effectLst/>
                <a:latin typeface="Times New Roman" panose="02020603050405020304" pitchFamily="18" charset="0"/>
                <a:ea typeface="Times New Roman" panose="02020603050405020304" pitchFamily="18" charset="0"/>
              </a:rPr>
              <a:t>-By Bruce Berke</a:t>
            </a:r>
            <a:r>
              <a:rPr lang="en-IN" sz="8000" dirty="0">
                <a:effectLst/>
                <a:latin typeface="Times New Roman" panose="02020603050405020304" pitchFamily="18" charset="0"/>
                <a:ea typeface="Times New Roman" panose="02020603050405020304" pitchFamily="18" charset="0"/>
              </a:rPr>
              <a:t> </a:t>
            </a:r>
          </a:p>
          <a:p>
            <a:pPr marL="342900" lvl="0" indent="-342900" algn="just">
              <a:buFont typeface="Arial" panose="020B0604020202020204" pitchFamily="34" charset="0"/>
              <a:buChar char="•"/>
              <a:tabLst>
                <a:tab pos="457200" algn="l"/>
                <a:tab pos="1885950" algn="l"/>
              </a:tabLst>
            </a:pPr>
            <a:r>
              <a:rPr lang="en-US" sz="8000" b="1" dirty="0">
                <a:effectLst/>
                <a:latin typeface="Times New Roman" panose="02020603050405020304" pitchFamily="18" charset="0"/>
                <a:ea typeface="Times New Roman" panose="02020603050405020304" pitchFamily="18" charset="0"/>
              </a:rPr>
              <a:t>New Features And Good Practices</a:t>
            </a:r>
            <a:r>
              <a:rPr lang="en-US" sz="8000" dirty="0">
                <a:effectLst/>
                <a:latin typeface="Times New Roman" panose="02020603050405020304" pitchFamily="18" charset="0"/>
                <a:ea typeface="Times New Roman" panose="02020603050405020304" pitchFamily="18" charset="0"/>
              </a:rPr>
              <a:t>-By Josh Lockhart</a:t>
            </a:r>
            <a:r>
              <a:rPr lang="en-IN" sz="8000" dirty="0">
                <a:effectLst/>
                <a:latin typeface="Times New Roman" panose="02020603050405020304" pitchFamily="18" charset="0"/>
                <a:ea typeface="Times New Roman" panose="02020603050405020304" pitchFamily="18" charset="0"/>
              </a:rPr>
              <a:t> </a:t>
            </a:r>
          </a:p>
          <a:p>
            <a:pPr marL="342900" lvl="0" indent="-342900" algn="just">
              <a:buSzPts val="1000"/>
              <a:buFont typeface="Symbol" panose="05050102010706020507" pitchFamily="18" charset="2"/>
              <a:buChar char=""/>
              <a:tabLst>
                <a:tab pos="457200" algn="l"/>
                <a:tab pos="1885950" algn="l"/>
              </a:tabLst>
            </a:pPr>
            <a:r>
              <a:rPr lang="en-US" sz="8000" b="1" dirty="0">
                <a:effectLst/>
                <a:latin typeface="Times New Roman" panose="02020603050405020304" pitchFamily="18" charset="0"/>
                <a:ea typeface="Times New Roman" panose="02020603050405020304" pitchFamily="18" charset="0"/>
              </a:rPr>
              <a:t>PHP Advanced and Object-Oriented Programming: Visual </a:t>
            </a:r>
            <a:r>
              <a:rPr lang="en-US" sz="8000" b="1" dirty="0" err="1">
                <a:effectLst/>
                <a:latin typeface="Times New Roman" panose="02020603050405020304" pitchFamily="18" charset="0"/>
                <a:ea typeface="Times New Roman" panose="02020603050405020304" pitchFamily="18" charset="0"/>
              </a:rPr>
              <a:t>QuickPro</a:t>
            </a:r>
            <a:r>
              <a:rPr lang="en-US" sz="8000" b="1" dirty="0">
                <a:effectLst/>
                <a:latin typeface="Times New Roman" panose="02020603050405020304" pitchFamily="18" charset="0"/>
                <a:ea typeface="Times New Roman" panose="02020603050405020304" pitchFamily="18" charset="0"/>
              </a:rPr>
              <a:t> Guide-</a:t>
            </a:r>
            <a:r>
              <a:rPr lang="en-US" sz="8000" dirty="0" err="1">
                <a:effectLst/>
                <a:latin typeface="Times New Roman" panose="02020603050405020304" pitchFamily="18" charset="0"/>
                <a:ea typeface="Times New Roman" panose="02020603050405020304" pitchFamily="18" charset="0"/>
              </a:rPr>
              <a:t>ByLarry</a:t>
            </a:r>
            <a:r>
              <a:rPr lang="en-US" sz="8000" dirty="0">
                <a:effectLst/>
                <a:latin typeface="Times New Roman" panose="02020603050405020304" pitchFamily="18" charset="0"/>
                <a:ea typeface="Times New Roman" panose="02020603050405020304" pitchFamily="18" charset="0"/>
              </a:rPr>
              <a:t> Ulman</a:t>
            </a:r>
            <a:r>
              <a:rPr lang="en-IN" sz="8000" b="1" dirty="0">
                <a:effectLst/>
                <a:latin typeface="Times New Roman" panose="02020603050405020304" pitchFamily="18" charset="0"/>
                <a:ea typeface="Times New Roman" panose="02020603050405020304" pitchFamily="18" charset="0"/>
              </a:rPr>
              <a:t> </a:t>
            </a:r>
            <a:endParaRPr lang="en-IN" sz="8000" dirty="0">
              <a:effectLst/>
              <a:latin typeface="Times New Roman" panose="02020603050405020304" pitchFamily="18" charset="0"/>
              <a:ea typeface="Times New Roman" panose="02020603050405020304" pitchFamily="18" charset="0"/>
            </a:endParaRPr>
          </a:p>
          <a:p>
            <a:pPr marL="342900" lvl="0" indent="-342900" algn="just">
              <a:buSzPts val="1000"/>
              <a:buFont typeface="Symbol" panose="05050102010706020507" pitchFamily="18" charset="2"/>
              <a:buChar char=""/>
              <a:tabLst>
                <a:tab pos="457200" algn="l"/>
                <a:tab pos="1885950" algn="l"/>
              </a:tabLst>
            </a:pPr>
            <a:r>
              <a:rPr lang="en-US" sz="8000" b="1" dirty="0">
                <a:effectLst/>
                <a:latin typeface="Times New Roman" panose="02020603050405020304" pitchFamily="18" charset="0"/>
                <a:ea typeface="Times New Roman" panose="02020603050405020304" pitchFamily="18" charset="0"/>
              </a:rPr>
              <a:t>SQL Queries for Mere Mortals-</a:t>
            </a:r>
            <a:r>
              <a:rPr lang="en-US" sz="8000" dirty="0">
                <a:effectLst/>
                <a:latin typeface="Times New Roman" panose="02020603050405020304" pitchFamily="18" charset="0"/>
                <a:ea typeface="Times New Roman" panose="02020603050405020304" pitchFamily="18" charset="0"/>
              </a:rPr>
              <a:t>By John L. </a:t>
            </a:r>
            <a:r>
              <a:rPr lang="en-US" sz="8000" dirty="0" err="1">
                <a:effectLst/>
                <a:latin typeface="Times New Roman" panose="02020603050405020304" pitchFamily="18" charset="0"/>
                <a:ea typeface="Times New Roman" panose="02020603050405020304" pitchFamily="18" charset="0"/>
              </a:rPr>
              <a:t>Viescas</a:t>
            </a:r>
            <a:r>
              <a:rPr lang="en-US" sz="8000" dirty="0">
                <a:effectLst/>
                <a:latin typeface="Times New Roman" panose="02020603050405020304" pitchFamily="18" charset="0"/>
                <a:ea typeface="Times New Roman" panose="02020603050405020304" pitchFamily="18" charset="0"/>
              </a:rPr>
              <a:t> and Michael </a:t>
            </a:r>
            <a:r>
              <a:rPr lang="en-US" sz="8000" dirty="0" err="1">
                <a:effectLst/>
                <a:latin typeface="Times New Roman" panose="02020603050405020304" pitchFamily="18" charset="0"/>
                <a:ea typeface="Times New Roman" panose="02020603050405020304" pitchFamily="18" charset="0"/>
              </a:rPr>
              <a:t>J.Hernandez</a:t>
            </a:r>
            <a:r>
              <a:rPr lang="en-IN" sz="8000" dirty="0">
                <a:effectLst/>
                <a:latin typeface="Times New Roman" panose="02020603050405020304" pitchFamily="18" charset="0"/>
                <a:ea typeface="Times New Roman" panose="02020603050405020304" pitchFamily="18" charset="0"/>
              </a:rPr>
              <a:t> </a:t>
            </a:r>
          </a:p>
          <a:p>
            <a:pPr marL="342900" lvl="0" indent="-342900" algn="just">
              <a:buSzPts val="1000"/>
              <a:buFont typeface="Symbol" panose="05050102010706020507" pitchFamily="18" charset="2"/>
              <a:buChar char=""/>
              <a:tabLst>
                <a:tab pos="457200" algn="l"/>
                <a:tab pos="1885950" algn="l"/>
              </a:tabLst>
            </a:pPr>
            <a:r>
              <a:rPr lang="en-US" sz="8000" b="1" dirty="0">
                <a:effectLst/>
                <a:latin typeface="Times New Roman" panose="02020603050405020304" pitchFamily="18" charset="0"/>
                <a:ea typeface="Times New Roman" panose="02020603050405020304" pitchFamily="18" charset="0"/>
              </a:rPr>
              <a:t>SQL Performance Tuning</a:t>
            </a:r>
            <a:r>
              <a:rPr lang="en-US" sz="8000" dirty="0">
                <a:effectLst/>
                <a:latin typeface="Times New Roman" panose="02020603050405020304" pitchFamily="18" charset="0"/>
                <a:ea typeface="Times New Roman" panose="02020603050405020304" pitchFamily="18" charset="0"/>
              </a:rPr>
              <a:t>-y peter </a:t>
            </a:r>
            <a:r>
              <a:rPr lang="en-US" sz="8000" dirty="0" err="1">
                <a:effectLst/>
                <a:latin typeface="Times New Roman" panose="02020603050405020304" pitchFamily="18" charset="0"/>
                <a:ea typeface="Times New Roman" panose="02020603050405020304" pitchFamily="18" charset="0"/>
              </a:rPr>
              <a:t>gulutzan</a:t>
            </a:r>
            <a:r>
              <a:rPr lang="en-IN" sz="8000" dirty="0">
                <a:effectLst/>
                <a:latin typeface="Times New Roman" panose="02020603050405020304" pitchFamily="18" charset="0"/>
                <a:ea typeface="Times New Roman" panose="02020603050405020304" pitchFamily="18" charset="0"/>
              </a:rPr>
              <a:t> </a:t>
            </a:r>
          </a:p>
          <a:p>
            <a:pPr marL="342900" lvl="0" indent="-342900" algn="just">
              <a:buSzPts val="1000"/>
              <a:buFont typeface="Symbol" panose="05050102010706020507" pitchFamily="18" charset="2"/>
              <a:buChar char=""/>
              <a:tabLst>
                <a:tab pos="457200" algn="l"/>
                <a:tab pos="1885950" algn="l"/>
              </a:tabLst>
            </a:pPr>
            <a:r>
              <a:rPr lang="en-US" sz="8000" b="1" dirty="0">
                <a:effectLst/>
                <a:latin typeface="Times New Roman" panose="02020603050405020304" pitchFamily="18" charset="0"/>
                <a:ea typeface="Times New Roman" panose="02020603050405020304" pitchFamily="18" charset="0"/>
              </a:rPr>
              <a:t>The Art of </a:t>
            </a:r>
            <a:r>
              <a:rPr lang="en-US" sz="8000" b="1" dirty="0" err="1">
                <a:effectLst/>
                <a:latin typeface="Times New Roman" panose="02020603050405020304" pitchFamily="18" charset="0"/>
                <a:ea typeface="Times New Roman" panose="02020603050405020304" pitchFamily="18" charset="0"/>
              </a:rPr>
              <a:t>Sql</a:t>
            </a:r>
            <a:r>
              <a:rPr lang="en-US" sz="8000" b="1" dirty="0">
                <a:effectLst/>
                <a:latin typeface="Times New Roman" panose="02020603050405020304" pitchFamily="18" charset="0"/>
                <a:ea typeface="Times New Roman" panose="02020603050405020304" pitchFamily="18" charset="0"/>
              </a:rPr>
              <a:t>-</a:t>
            </a:r>
            <a:r>
              <a:rPr lang="en-US" sz="8000" dirty="0">
                <a:effectLst/>
                <a:latin typeface="Times New Roman" panose="02020603050405020304" pitchFamily="18" charset="0"/>
                <a:ea typeface="Times New Roman" panose="02020603050405020304" pitchFamily="18" charset="0"/>
              </a:rPr>
              <a:t>By Stephane </a:t>
            </a:r>
            <a:r>
              <a:rPr lang="en-US" sz="8000" dirty="0" err="1">
                <a:effectLst/>
                <a:latin typeface="Times New Roman" panose="02020603050405020304" pitchFamily="18" charset="0"/>
                <a:ea typeface="Times New Roman" panose="02020603050405020304" pitchFamily="18" charset="0"/>
              </a:rPr>
              <a:t>Faroult</a:t>
            </a:r>
            <a:endParaRPr lang="en-IN" sz="8000" dirty="0">
              <a:effectLst/>
              <a:latin typeface="Times New Roman" panose="02020603050405020304" pitchFamily="18" charset="0"/>
              <a:ea typeface="Times New Roman" panose="02020603050405020304" pitchFamily="18" charset="0"/>
            </a:endParaRPr>
          </a:p>
          <a:p>
            <a:pPr marL="342900" lvl="0" indent="-342900" algn="just">
              <a:buSzPts val="1000"/>
              <a:buFont typeface="Symbol" panose="05050102010706020507" pitchFamily="18" charset="2"/>
              <a:buChar char=""/>
              <a:tabLst>
                <a:tab pos="457200" algn="l"/>
                <a:tab pos="1885950" algn="l"/>
              </a:tabLst>
            </a:pPr>
            <a:r>
              <a:rPr lang="en-US" sz="8000" b="1" dirty="0">
                <a:effectLst/>
                <a:latin typeface="Times New Roman" panose="02020603050405020304" pitchFamily="18" charset="0"/>
                <a:ea typeface="Times New Roman" panose="02020603050405020304" pitchFamily="18" charset="0"/>
              </a:rPr>
              <a:t>Learn JavaScript VISUALLY</a:t>
            </a:r>
            <a:r>
              <a:rPr lang="en-US" sz="8000" dirty="0">
                <a:effectLst/>
                <a:latin typeface="Times New Roman" panose="02020603050405020304" pitchFamily="18" charset="0"/>
                <a:ea typeface="Times New Roman" panose="02020603050405020304" pitchFamily="18" charset="0"/>
              </a:rPr>
              <a:t>-By </a:t>
            </a:r>
            <a:r>
              <a:rPr lang="en-US" sz="8000" dirty="0" err="1">
                <a:effectLst/>
                <a:latin typeface="Times New Roman" panose="02020603050405020304" pitchFamily="18" charset="0"/>
                <a:ea typeface="Times New Roman" panose="02020603050405020304" pitchFamily="18" charset="0"/>
              </a:rPr>
              <a:t>Ivelin</a:t>
            </a:r>
            <a:r>
              <a:rPr lang="en-US" sz="8000" dirty="0">
                <a:effectLst/>
                <a:latin typeface="Times New Roman" panose="02020603050405020304" pitchFamily="18" charset="0"/>
                <a:ea typeface="Times New Roman" panose="02020603050405020304" pitchFamily="18" charset="0"/>
              </a:rPr>
              <a:t> </a:t>
            </a:r>
            <a:r>
              <a:rPr lang="en-US" sz="8000" dirty="0" err="1">
                <a:effectLst/>
                <a:latin typeface="Times New Roman" panose="02020603050405020304" pitchFamily="18" charset="0"/>
                <a:ea typeface="Times New Roman" panose="02020603050405020304" pitchFamily="18" charset="0"/>
              </a:rPr>
              <a:t>Demirov</a:t>
            </a:r>
            <a:r>
              <a:rPr lang="en-IN" sz="8000" dirty="0">
                <a:effectLst/>
                <a:latin typeface="Times New Roman" panose="02020603050405020304" pitchFamily="18" charset="0"/>
                <a:ea typeface="Times New Roman" panose="02020603050405020304" pitchFamily="18" charset="0"/>
              </a:rPr>
              <a:t> </a:t>
            </a:r>
          </a:p>
          <a:p>
            <a:endParaRPr lang="en-IN" dirty="0"/>
          </a:p>
        </p:txBody>
      </p:sp>
    </p:spTree>
    <p:extLst>
      <p:ext uri="{BB962C8B-B14F-4D97-AF65-F5344CB8AC3E}">
        <p14:creationId xmlns:p14="http://schemas.microsoft.com/office/powerpoint/2010/main" val="19288888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12637-80E1-0364-6E44-E7D0418FF06E}"/>
              </a:ext>
            </a:extLst>
          </p:cNvPr>
          <p:cNvSpPr>
            <a:spLocks noGrp="1"/>
          </p:cNvSpPr>
          <p:nvPr>
            <p:ph type="title"/>
          </p:nvPr>
        </p:nvSpPr>
        <p:spPr>
          <a:xfrm>
            <a:off x="677334" y="435429"/>
            <a:ext cx="8596668" cy="1190171"/>
          </a:xfrm>
        </p:spPr>
        <p:txBody>
          <a:bodyPr>
            <a:normAutofit/>
          </a:bodyPr>
          <a:lstStyle/>
          <a:p>
            <a:r>
              <a:rPr lang="en-IN" sz="3200" b="1" dirty="0"/>
              <a:t>Web reference</a:t>
            </a:r>
          </a:p>
        </p:txBody>
      </p:sp>
      <p:sp>
        <p:nvSpPr>
          <p:cNvPr id="3" name="Content Placeholder 2">
            <a:extLst>
              <a:ext uri="{FF2B5EF4-FFF2-40B4-BE49-F238E27FC236}">
                <a16:creationId xmlns:a16="http://schemas.microsoft.com/office/drawing/2014/main" id="{3C1156E4-78BB-2654-2C35-0203B9477FF2}"/>
              </a:ext>
            </a:extLst>
          </p:cNvPr>
          <p:cNvSpPr>
            <a:spLocks noGrp="1"/>
          </p:cNvSpPr>
          <p:nvPr>
            <p:ph idx="1"/>
          </p:nvPr>
        </p:nvSpPr>
        <p:spPr>
          <a:xfrm>
            <a:off x="677334" y="1625600"/>
            <a:ext cx="8596668" cy="4818743"/>
          </a:xfrm>
        </p:spPr>
        <p:txBody>
          <a:bodyPr>
            <a:noAutofit/>
          </a:bodyPr>
          <a:lstStyle/>
          <a:p>
            <a:pPr marL="342900" lvl="0" indent="-342900">
              <a:lnSpc>
                <a:spcPct val="150000"/>
              </a:lnSpc>
              <a:buSzPts val="1000"/>
              <a:buFont typeface="Symbol" panose="05050102010706020507" pitchFamily="18" charset="2"/>
              <a:buChar char=""/>
              <a:tabLst>
                <a:tab pos="457200" algn="l"/>
                <a:tab pos="1885950" algn="l"/>
              </a:tabLst>
            </a:pPr>
            <a:r>
              <a:rPr lang="en-US" sz="2000" dirty="0">
                <a:effectLst/>
                <a:latin typeface="Times New Roman" panose="02020603050405020304" pitchFamily="18" charset="0"/>
                <a:ea typeface="Times New Roman" panose="02020603050405020304" pitchFamily="18" charset="0"/>
              </a:rPr>
              <a:t>https:/</a:t>
            </a:r>
            <a:r>
              <a:rPr lang="en-US" sz="2000" u="sng" dirty="0">
                <a:solidFill>
                  <a:srgbClr val="0000FF"/>
                </a:solidFill>
                <a:effectLst/>
                <a:latin typeface="Times New Roman" panose="02020603050405020304" pitchFamily="18" charset="0"/>
                <a:ea typeface="Times New Roman" panose="02020603050405020304" pitchFamily="18" charset="0"/>
                <a:hlinkClick r:id="rId2"/>
              </a:rPr>
              <a:t>/www.w3schools.com</a:t>
            </a:r>
            <a:r>
              <a:rPr lang="en-IN" sz="2000" dirty="0">
                <a:effectLst/>
                <a:latin typeface="Times New Roman" panose="02020603050405020304" pitchFamily="18" charset="0"/>
                <a:ea typeface="Times New Roman" panose="02020603050405020304" pitchFamily="18" charset="0"/>
              </a:rPr>
              <a:t> </a:t>
            </a:r>
          </a:p>
          <a:p>
            <a:pPr marL="342900" lvl="0" indent="-342900">
              <a:lnSpc>
                <a:spcPct val="150000"/>
              </a:lnSpc>
              <a:buSzPts val="1000"/>
              <a:buFont typeface="Symbol" panose="05050102010706020507" pitchFamily="18" charset="2"/>
              <a:buChar char=""/>
              <a:tabLst>
                <a:tab pos="457200" algn="l"/>
                <a:tab pos="1885950" algn="l"/>
              </a:tabLst>
            </a:pPr>
            <a:r>
              <a:rPr lang="en-US" sz="2000" dirty="0">
                <a:effectLst/>
                <a:latin typeface="Times New Roman" panose="02020603050405020304" pitchFamily="18" charset="0"/>
                <a:ea typeface="Times New Roman" panose="02020603050405020304" pitchFamily="18" charset="0"/>
              </a:rPr>
              <a:t>https:/</a:t>
            </a:r>
            <a:r>
              <a:rPr lang="en-US" sz="2000" u="sng" dirty="0">
                <a:solidFill>
                  <a:srgbClr val="0000FF"/>
                </a:solidFill>
                <a:effectLst/>
                <a:latin typeface="Times New Roman" panose="02020603050405020304" pitchFamily="18" charset="0"/>
                <a:ea typeface="Times New Roman" panose="02020603050405020304" pitchFamily="18" charset="0"/>
                <a:hlinkClick r:id="rId3"/>
              </a:rPr>
              <a:t>/www.g</a:t>
            </a:r>
            <a:r>
              <a:rPr lang="en-US" sz="2000" dirty="0">
                <a:effectLst/>
                <a:latin typeface="Times New Roman" panose="02020603050405020304" pitchFamily="18" charset="0"/>
                <a:ea typeface="Times New Roman" panose="02020603050405020304" pitchFamily="18" charset="0"/>
              </a:rPr>
              <a:t>e</a:t>
            </a:r>
            <a:r>
              <a:rPr lang="en-US" sz="2000" u="sng" dirty="0">
                <a:solidFill>
                  <a:srgbClr val="0000FF"/>
                </a:solidFill>
                <a:effectLst/>
                <a:latin typeface="Times New Roman" panose="02020603050405020304" pitchFamily="18" charset="0"/>
                <a:ea typeface="Times New Roman" panose="02020603050405020304" pitchFamily="18" charset="0"/>
                <a:hlinkClick r:id="rId3"/>
              </a:rPr>
              <a:t>eksforgeeks.org</a:t>
            </a:r>
            <a:r>
              <a:rPr lang="en-IN" sz="2000" dirty="0">
                <a:effectLst/>
                <a:latin typeface="Times New Roman" panose="02020603050405020304" pitchFamily="18" charset="0"/>
                <a:ea typeface="Times New Roman" panose="02020603050405020304" pitchFamily="18" charset="0"/>
              </a:rPr>
              <a:t> </a:t>
            </a:r>
          </a:p>
          <a:p>
            <a:pPr marL="342900" lvl="0" indent="-342900">
              <a:lnSpc>
                <a:spcPct val="150000"/>
              </a:lnSpc>
              <a:buSzPts val="1000"/>
              <a:buFont typeface="Symbol" panose="05050102010706020507" pitchFamily="18" charset="2"/>
              <a:buChar char=""/>
              <a:tabLst>
                <a:tab pos="457200" algn="l"/>
                <a:tab pos="1885950" algn="l"/>
              </a:tabLst>
            </a:pPr>
            <a:r>
              <a:rPr lang="en-US" sz="2000" dirty="0">
                <a:effectLst/>
                <a:latin typeface="Times New Roman" panose="02020603050405020304" pitchFamily="18" charset="0"/>
                <a:ea typeface="Times New Roman" panose="02020603050405020304" pitchFamily="18" charset="0"/>
              </a:rPr>
              <a:t>https:/</a:t>
            </a:r>
            <a:r>
              <a:rPr lang="en-US" sz="2000" u="sng" dirty="0">
                <a:solidFill>
                  <a:srgbClr val="0000FF"/>
                </a:solidFill>
                <a:effectLst/>
                <a:latin typeface="Times New Roman" panose="02020603050405020304" pitchFamily="18" charset="0"/>
                <a:ea typeface="Times New Roman" panose="02020603050405020304" pitchFamily="18" charset="0"/>
                <a:hlinkClick r:id="rId4"/>
              </a:rPr>
              <a:t>/www.tutorialspoint.com</a:t>
            </a:r>
            <a:r>
              <a:rPr lang="en-IN" sz="2000" dirty="0">
                <a:effectLst/>
                <a:latin typeface="Times New Roman" panose="02020603050405020304" pitchFamily="18" charset="0"/>
                <a:ea typeface="Times New Roman" panose="02020603050405020304" pitchFamily="18" charset="0"/>
              </a:rPr>
              <a:t> </a:t>
            </a:r>
          </a:p>
          <a:p>
            <a:pPr marL="342900" lvl="0" indent="-342900">
              <a:lnSpc>
                <a:spcPct val="150000"/>
              </a:lnSpc>
              <a:buSzPts val="1000"/>
              <a:buFont typeface="Symbol" panose="05050102010706020507" pitchFamily="18" charset="2"/>
              <a:buChar char=""/>
              <a:tabLst>
                <a:tab pos="457200" algn="l"/>
                <a:tab pos="1885950" algn="l"/>
              </a:tabLst>
            </a:pPr>
            <a:r>
              <a:rPr lang="en-US" sz="2000" u="sng" dirty="0">
                <a:solidFill>
                  <a:srgbClr val="0000FF"/>
                </a:solidFill>
                <a:effectLst/>
                <a:latin typeface="Times New Roman" panose="02020603050405020304" pitchFamily="18" charset="0"/>
                <a:ea typeface="Times New Roman" panose="02020603050405020304" pitchFamily="18" charset="0"/>
                <a:hlinkClick r:id="rId5"/>
              </a:rPr>
              <a:t>https://www.youtube.com</a:t>
            </a:r>
            <a:r>
              <a:rPr lang="en-IN" sz="2000" dirty="0">
                <a:effectLst/>
                <a:latin typeface="Times New Roman" panose="02020603050405020304" pitchFamily="18" charset="0"/>
                <a:ea typeface="Times New Roman" panose="02020603050405020304" pitchFamily="18" charset="0"/>
              </a:rPr>
              <a:t> </a:t>
            </a:r>
          </a:p>
          <a:p>
            <a:pPr marL="342900" lvl="0" indent="-342900">
              <a:lnSpc>
                <a:spcPct val="150000"/>
              </a:lnSpc>
              <a:buSzPts val="1000"/>
              <a:buFont typeface="Symbol" panose="05050102010706020507" pitchFamily="18" charset="2"/>
              <a:buChar char=""/>
              <a:tabLst>
                <a:tab pos="457200" algn="l"/>
                <a:tab pos="1885950" algn="l"/>
              </a:tabLst>
            </a:pPr>
            <a:r>
              <a:rPr lang="en-US" sz="2000" u="sng" dirty="0">
                <a:solidFill>
                  <a:srgbClr val="0000FF"/>
                </a:solidFill>
                <a:effectLst/>
                <a:latin typeface="Times New Roman" panose="02020603050405020304" pitchFamily="18" charset="0"/>
                <a:ea typeface="Times New Roman" panose="02020603050405020304" pitchFamily="18" charset="0"/>
                <a:hlinkClick r:id="rId6"/>
              </a:rPr>
              <a:t>https://www.html-css-js.com</a:t>
            </a:r>
            <a:r>
              <a:rPr lang="en-IN" sz="2000" dirty="0">
                <a:effectLst/>
                <a:latin typeface="Times New Roman" panose="02020603050405020304" pitchFamily="18" charset="0"/>
                <a:ea typeface="Times New Roman" panose="02020603050405020304" pitchFamily="18" charset="0"/>
              </a:rPr>
              <a:t> </a:t>
            </a:r>
          </a:p>
          <a:p>
            <a:pPr marL="342900" lvl="0" indent="-342900">
              <a:lnSpc>
                <a:spcPct val="150000"/>
              </a:lnSpc>
              <a:buSzPts val="1000"/>
              <a:buFont typeface="Symbol" panose="05050102010706020507" pitchFamily="18" charset="2"/>
              <a:buChar char=""/>
              <a:tabLst>
                <a:tab pos="457200" algn="l"/>
                <a:tab pos="1885950" algn="l"/>
              </a:tabLst>
            </a:pPr>
            <a:r>
              <a:rPr lang="en-US" sz="2000" dirty="0">
                <a:effectLst/>
                <a:latin typeface="Times New Roman" panose="02020603050405020304" pitchFamily="18" charset="0"/>
                <a:ea typeface="Times New Roman" panose="02020603050405020304" pitchFamily="18" charset="0"/>
              </a:rPr>
              <a:t>https:/</a:t>
            </a:r>
            <a:r>
              <a:rPr lang="en-US" sz="2000" u="sng" dirty="0">
                <a:solidFill>
                  <a:srgbClr val="0000FF"/>
                </a:solidFill>
                <a:effectLst/>
                <a:latin typeface="Times New Roman" panose="02020603050405020304" pitchFamily="18" charset="0"/>
                <a:ea typeface="Times New Roman" panose="02020603050405020304" pitchFamily="18" charset="0"/>
                <a:hlinkClick r:id="rId7"/>
              </a:rPr>
              <a:t>/www.js-fiddle.net</a:t>
            </a:r>
            <a:r>
              <a:rPr lang="en-IN" sz="2000" dirty="0">
                <a:effectLst/>
                <a:latin typeface="Times New Roman" panose="02020603050405020304" pitchFamily="18" charset="0"/>
                <a:ea typeface="Times New Roman" panose="02020603050405020304" pitchFamily="18" charset="0"/>
              </a:rPr>
              <a:t> </a:t>
            </a:r>
          </a:p>
          <a:p>
            <a:pPr marL="342900" lvl="0" indent="-342900">
              <a:lnSpc>
                <a:spcPct val="150000"/>
              </a:lnSpc>
              <a:buSzPts val="1000"/>
              <a:buFont typeface="Symbol" panose="05050102010706020507" pitchFamily="18" charset="2"/>
              <a:buChar char=""/>
              <a:tabLst>
                <a:tab pos="457200" algn="l"/>
                <a:tab pos="1885950" algn="l"/>
              </a:tabLst>
            </a:pPr>
            <a:r>
              <a:rPr lang="en-US" sz="2000" u="sng" dirty="0">
                <a:solidFill>
                  <a:srgbClr val="0000FF"/>
                </a:solidFill>
                <a:effectLst/>
                <a:latin typeface="Times New Roman" panose="02020603050405020304" pitchFamily="18" charset="0"/>
                <a:ea typeface="Times New Roman" panose="02020603050405020304" pitchFamily="18" charset="0"/>
                <a:hlinkClick r:id="rId8"/>
              </a:rPr>
              <a:t>www.wikipedia.org</a:t>
            </a:r>
            <a:r>
              <a:rPr lang="en-IN" sz="2000" dirty="0">
                <a:effectLst/>
                <a:latin typeface="Times New Roman" panose="02020603050405020304" pitchFamily="18" charset="0"/>
                <a:ea typeface="Times New Roman" panose="02020603050405020304" pitchFamily="18" charset="0"/>
              </a:rPr>
              <a:t> </a:t>
            </a:r>
          </a:p>
          <a:p>
            <a:pPr marL="342900" lvl="0" indent="-342900">
              <a:lnSpc>
                <a:spcPct val="150000"/>
              </a:lnSpc>
              <a:buSzPts val="1000"/>
              <a:buFont typeface="Symbol" panose="05050102010706020507" pitchFamily="18" charset="2"/>
              <a:buChar char=""/>
              <a:tabLst>
                <a:tab pos="457200" algn="l"/>
                <a:tab pos="1885950" algn="l"/>
              </a:tabLst>
            </a:pPr>
            <a:r>
              <a:rPr lang="en-US" sz="2000" u="sng" dirty="0">
                <a:solidFill>
                  <a:srgbClr val="0000FF"/>
                </a:solidFill>
                <a:effectLst/>
                <a:latin typeface="Times New Roman" panose="02020603050405020304" pitchFamily="18" charset="0"/>
                <a:ea typeface="Times New Roman" panose="02020603050405020304" pitchFamily="18" charset="0"/>
                <a:hlinkClick r:id="rId9"/>
              </a:rPr>
              <a:t>www.youtube.com/webdevelopment</a:t>
            </a:r>
            <a:r>
              <a:rPr lang="en-IN" sz="2000" dirty="0">
                <a:effectLst/>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8177987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A98B2-3BF5-6DEB-146A-413BDE1F6B97}"/>
              </a:ext>
            </a:extLst>
          </p:cNvPr>
          <p:cNvSpPr>
            <a:spLocks noGrp="1"/>
          </p:cNvSpPr>
          <p:nvPr>
            <p:ph type="title"/>
          </p:nvPr>
        </p:nvSpPr>
        <p:spPr>
          <a:xfrm>
            <a:off x="2893180" y="2476500"/>
            <a:ext cx="6405639" cy="1905000"/>
          </a:xfrm>
        </p:spPr>
        <p:txBody>
          <a:bodyPr>
            <a:noAutofit/>
          </a:bodyPr>
          <a:lstStyle/>
          <a:p>
            <a:r>
              <a:rPr lang="en-US" sz="9600" dirty="0"/>
              <a:t>Thank You</a:t>
            </a:r>
            <a:endParaRPr lang="en-IN" sz="9600" dirty="0"/>
          </a:p>
        </p:txBody>
      </p:sp>
    </p:spTree>
    <p:extLst>
      <p:ext uri="{BB962C8B-B14F-4D97-AF65-F5344CB8AC3E}">
        <p14:creationId xmlns:p14="http://schemas.microsoft.com/office/powerpoint/2010/main" val="291562087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4624</TotalTime>
  <Words>1163</Words>
  <Application>Microsoft Office PowerPoint</Application>
  <PresentationFormat>Widescreen</PresentationFormat>
  <Paragraphs>130</Paragraphs>
  <Slides>26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vt:lpstr>
      <vt:lpstr>Arial</vt:lpstr>
      <vt:lpstr>Symbol</vt:lpstr>
      <vt:lpstr>Times New Roman</vt:lpstr>
      <vt:lpstr>Trebuchet MS</vt:lpstr>
      <vt:lpstr>Wingdings 3</vt:lpstr>
      <vt:lpstr>Facet</vt:lpstr>
      <vt:lpstr>PROJECT TITTLE</vt:lpstr>
      <vt:lpstr>PowerPoint Presentation</vt:lpstr>
      <vt:lpstr> Acknowledgment</vt:lpstr>
      <vt:lpstr>Introduction to Project</vt:lpstr>
      <vt:lpstr>PowerPoint Presentation</vt:lpstr>
      <vt:lpstr>System Analysis </vt:lpstr>
      <vt:lpstr>PowerPoint Presentation</vt:lpstr>
      <vt:lpstr> Scope of System</vt:lpstr>
      <vt:lpstr>Hardware &amp; Software Requirements</vt:lpstr>
      <vt:lpstr>PowerPoint Presentation</vt:lpstr>
      <vt:lpstr>DFD   Zero level diagram </vt:lpstr>
      <vt:lpstr>1-Level Data Flow Diagram </vt:lpstr>
      <vt:lpstr>Entity Relationship Diagram</vt:lpstr>
      <vt:lpstr>Output Screens Login Page</vt:lpstr>
      <vt:lpstr>REGISTRATION PAGE</vt:lpstr>
      <vt:lpstr>RESET PASSWORD PAGE </vt:lpstr>
      <vt:lpstr>HOME PAGE </vt:lpstr>
      <vt:lpstr>SEARCH PAGE </vt:lpstr>
      <vt:lpstr>CONTACT PAGE </vt:lpstr>
      <vt:lpstr>SHOPPING CART </vt:lpstr>
      <vt:lpstr>User Profile</vt:lpstr>
      <vt:lpstr>Check Out</vt:lpstr>
      <vt:lpstr>Conclusion:</vt:lpstr>
      <vt:lpstr>Bibliography &amp;Web reference</vt:lpstr>
      <vt:lpstr>Web reference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ssachin12059@gmail.com</dc:creator>
  <cp:lastModifiedBy>ssachin12059@gmail.com</cp:lastModifiedBy>
  <cp:revision>2</cp:revision>
  <dcterms:created xsi:type="dcterms:W3CDTF">2025-03-10T02:45:21Z</dcterms:created>
  <dcterms:modified xsi:type="dcterms:W3CDTF">2025-03-16T05:10:18Z</dcterms:modified>
</cp:coreProperties>
</file>